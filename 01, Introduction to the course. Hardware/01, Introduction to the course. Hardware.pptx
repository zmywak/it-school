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5"/>
  </p:notesMasterIdLst>
  <p:sldIdLst>
    <p:sldId id="278" r:id="rId2"/>
    <p:sldId id="279" r:id="rId3"/>
    <p:sldId id="281" r:id="rId4"/>
    <p:sldId id="280" r:id="rId5"/>
    <p:sldId id="294" r:id="rId6"/>
    <p:sldId id="295" r:id="rId7"/>
    <p:sldId id="282" r:id="rId8"/>
    <p:sldId id="287" r:id="rId9"/>
    <p:sldId id="296" r:id="rId10"/>
    <p:sldId id="292" r:id="rId11"/>
    <p:sldId id="288" r:id="rId12"/>
    <p:sldId id="290" r:id="rId13"/>
    <p:sldId id="293" r:id="rId14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userDrawn="1">
          <p15:clr>
            <a:srgbClr val="A4A3A4"/>
          </p15:clr>
        </p15:guide>
        <p15:guide id="2" pos="456" userDrawn="1">
          <p15:clr>
            <a:srgbClr val="A4A3A4"/>
          </p15:clr>
        </p15:guide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pos="2136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8" orient="horz" pos="1152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0" orient="horz" pos="1512" userDrawn="1">
          <p15:clr>
            <a:srgbClr val="A4A3A4"/>
          </p15:clr>
        </p15:guide>
        <p15:guide id="11" pos="7680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3" pos="1008" userDrawn="1">
          <p15:clr>
            <a:srgbClr val="A4A3A4"/>
          </p15:clr>
        </p15:guide>
        <p15:guide id="14" pos="1584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4" orient="horz" pos="960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9" autoAdjust="0"/>
    <p:restoredTop sz="94609" autoAdjust="0"/>
  </p:normalViewPr>
  <p:slideViewPr>
    <p:cSldViewPr snapToGrid="0" snapToObjects="1">
      <p:cViewPr varScale="1">
        <p:scale>
          <a:sx n="119" d="100"/>
          <a:sy n="119" d="100"/>
        </p:scale>
        <p:origin x="56" y="304"/>
      </p:cViewPr>
      <p:guideLst>
        <p:guide/>
        <p:guide pos="456"/>
        <p:guide orient="horz" pos="2616"/>
        <p:guide orient="horz" pos="3264"/>
        <p:guide pos="6912"/>
        <p:guide orient="horz" pos="2136"/>
        <p:guide orient="horz" pos="4008"/>
        <p:guide orient="horz" pos="1152"/>
        <p:guide orient="horz" pos="2352"/>
        <p:guide orient="horz" pos="1512"/>
        <p:guide pos="7680"/>
        <p:guide pos="6696"/>
        <p:guide pos="1008"/>
        <p:guide pos="1584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orient="horz" pos="960"/>
        <p:guide pos="5256"/>
        <p:guide pos="726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 descr="preencoded.png">
            <a:extLst>
              <a:ext uri="{FF2B5EF4-FFF2-40B4-BE49-F238E27FC236}">
                <a16:creationId xmlns:a16="http://schemas.microsoft.com/office/drawing/2014/main" id="{BA5D5A72-CB6F-F8DE-E2C9-90459C8C3DC1}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</a:extLst>
          </p:cNvPr>
          <p:cNvSpPr/>
          <p:nvPr userDrawn="1"/>
        </p:nvSpPr>
        <p:spPr>
          <a:xfrm>
            <a:off x="1600201" y="1153228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</a:extLst>
          </p:cNvPr>
          <p:cNvSpPr/>
          <p:nvPr userDrawn="1"/>
        </p:nvSpPr>
        <p:spPr>
          <a:xfrm>
            <a:off x="2795588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03092" y="1984248"/>
            <a:ext cx="5385816" cy="1225296"/>
          </a:xfrm>
        </p:spPr>
        <p:txBody>
          <a:bodyPr tIns="0" anchor="t">
            <a:no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49496" y="3483864"/>
            <a:ext cx="3493008" cy="878908"/>
          </a:xfrm>
        </p:spPr>
        <p:txBody>
          <a:bodyPr lIns="0" tIns="0" rIns="0" bIns="0"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 descr="preencoded.png">
            <a:extLst>
              <a:ext uri="{FF2B5EF4-FFF2-40B4-BE49-F238E27FC236}">
                <a16:creationId xmlns:a16="http://schemas.microsoft.com/office/drawing/2014/main" id="{EFFAEAD9-58A9-096B-C6D0-58F7AD08EB20}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9616" y="1901952"/>
            <a:ext cx="5693664" cy="768096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9616" y="2770632"/>
            <a:ext cx="5693664" cy="3122168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35EFB42-020B-1DF4-3D42-26092CE45F08}"/>
              </a:ext>
            </a:extLst>
          </p:cNvPr>
          <p:cNvSpPr/>
          <p:nvPr userDrawn="1"/>
        </p:nvSpPr>
        <p:spPr>
          <a:xfrm>
            <a:off x="0" y="3427336"/>
            <a:ext cx="3430200" cy="3430665"/>
          </a:xfrm>
          <a:custGeom>
            <a:avLst/>
            <a:gdLst>
              <a:gd name="connsiteX0" fmla="*/ 0 w 3430200"/>
              <a:gd name="connsiteY0" fmla="*/ 0 h 3430665"/>
              <a:gd name="connsiteX1" fmla="*/ 3430200 w 3430200"/>
              <a:gd name="connsiteY1" fmla="*/ 0 h 3430665"/>
              <a:gd name="connsiteX2" fmla="*/ 3430200 w 3430200"/>
              <a:gd name="connsiteY2" fmla="*/ 3430665 h 3430665"/>
              <a:gd name="connsiteX3" fmla="*/ 0 w 3430200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0200" h="3430665">
                <a:moveTo>
                  <a:pt x="0" y="0"/>
                </a:moveTo>
                <a:lnTo>
                  <a:pt x="3430200" y="0"/>
                </a:lnTo>
                <a:lnTo>
                  <a:pt x="3430200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AB4DD322-D1E0-74CB-BBFF-057426E58EBC}"/>
              </a:ext>
            </a:extLst>
          </p:cNvPr>
          <p:cNvSpPr/>
          <p:nvPr userDrawn="1"/>
        </p:nvSpPr>
        <p:spPr>
          <a:xfrm>
            <a:off x="0" y="3427336"/>
            <a:ext cx="3430200" cy="3430665"/>
          </a:xfrm>
          <a:custGeom>
            <a:avLst/>
            <a:gdLst>
              <a:gd name="connsiteX0" fmla="*/ 3430200 w 3430200"/>
              <a:gd name="connsiteY0" fmla="*/ 0 h 3430665"/>
              <a:gd name="connsiteX1" fmla="*/ 3430200 w 3430200"/>
              <a:gd name="connsiteY1" fmla="*/ 3430665 h 3430665"/>
              <a:gd name="connsiteX2" fmla="*/ 0 w 3430200"/>
              <a:gd name="connsiteY2" fmla="*/ 3430665 h 3430665"/>
              <a:gd name="connsiteX3" fmla="*/ 0 w 3430200"/>
              <a:gd name="connsiteY3" fmla="*/ 3417531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0200" h="3430665">
                <a:moveTo>
                  <a:pt x="3430200" y="0"/>
                </a:moveTo>
                <a:lnTo>
                  <a:pt x="3430200" y="3430665"/>
                </a:lnTo>
                <a:lnTo>
                  <a:pt x="0" y="3430665"/>
                </a:lnTo>
                <a:lnTo>
                  <a:pt x="0" y="341753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11D3FCE-EC92-8558-A3E5-04DB12477A3B}"/>
              </a:ext>
            </a:extLst>
          </p:cNvPr>
          <p:cNvSpPr/>
          <p:nvPr userDrawn="1"/>
        </p:nvSpPr>
        <p:spPr>
          <a:xfrm>
            <a:off x="1" y="1"/>
            <a:ext cx="3423785" cy="3437345"/>
          </a:xfrm>
          <a:custGeom>
            <a:avLst/>
            <a:gdLst>
              <a:gd name="connsiteX0" fmla="*/ 0 w 3423785"/>
              <a:gd name="connsiteY0" fmla="*/ 0 h 3437345"/>
              <a:gd name="connsiteX1" fmla="*/ 3423785 w 3423785"/>
              <a:gd name="connsiteY1" fmla="*/ 0 h 3437345"/>
              <a:gd name="connsiteX2" fmla="*/ 3423785 w 3423785"/>
              <a:gd name="connsiteY2" fmla="*/ 3437345 h 3437345"/>
              <a:gd name="connsiteX3" fmla="*/ 0 w 342378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23785" h="3437345">
                <a:moveTo>
                  <a:pt x="0" y="0"/>
                </a:moveTo>
                <a:lnTo>
                  <a:pt x="3423785" y="0"/>
                </a:lnTo>
                <a:lnTo>
                  <a:pt x="342378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title"/>
          </p:nvPr>
        </p:nvSpPr>
        <p:spPr>
          <a:xfrm>
            <a:off x="4224528" y="2276856"/>
            <a:ext cx="6766560" cy="768096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 userDrawn="1">
            <p:ph idx="1"/>
          </p:nvPr>
        </p:nvSpPr>
        <p:spPr>
          <a:xfrm>
            <a:off x="4224528" y="3222752"/>
            <a:ext cx="6766560" cy="2700528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  <a:lvl2pPr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 userDrawn="1">
            <p:ph type="ftr" sz="quarter" idx="11"/>
          </p:nvPr>
        </p:nvSpPr>
        <p:spPr>
          <a:xfrm>
            <a:off x="4224528" y="457200"/>
            <a:ext cx="3200400" cy="274320"/>
          </a:xfrm>
        </p:spPr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 userDrawn="1"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17CBC9E-B934-828F-2AE5-211CEF5B1D25}"/>
              </a:ext>
            </a:extLst>
          </p:cNvPr>
          <p:cNvSpPr/>
          <p:nvPr userDrawn="1"/>
        </p:nvSpPr>
        <p:spPr>
          <a:xfrm>
            <a:off x="1" y="869"/>
            <a:ext cx="3423785" cy="3436477"/>
          </a:xfrm>
          <a:custGeom>
            <a:avLst/>
            <a:gdLst>
              <a:gd name="connsiteX0" fmla="*/ 0 w 3423785"/>
              <a:gd name="connsiteY0" fmla="*/ 0 h 3436477"/>
              <a:gd name="connsiteX1" fmla="*/ 3423785 w 3423785"/>
              <a:gd name="connsiteY1" fmla="*/ 3436477 h 3436477"/>
              <a:gd name="connsiteX2" fmla="*/ 0 w 3423785"/>
              <a:gd name="connsiteY2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3785" h="3436477">
                <a:moveTo>
                  <a:pt x="0" y="0"/>
                </a:moveTo>
                <a:lnTo>
                  <a:pt x="3423785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2183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3D352B04-96E6-839B-9D92-EE98385C4D49}"/>
              </a:ext>
            </a:extLst>
          </p:cNvPr>
          <p:cNvSpPr/>
          <p:nvPr userDrawn="1"/>
        </p:nvSpPr>
        <p:spPr>
          <a:xfrm>
            <a:off x="2062836" y="686475"/>
            <a:ext cx="7774629" cy="6193018"/>
          </a:xfrm>
          <a:custGeom>
            <a:avLst/>
            <a:gdLst>
              <a:gd name="connsiteX0" fmla="*/ 3887320 w 7774629"/>
              <a:gd name="connsiteY0" fmla="*/ 0 h 6193018"/>
              <a:gd name="connsiteX1" fmla="*/ 7774629 w 7774629"/>
              <a:gd name="connsiteY1" fmla="*/ 3884811 h 6193018"/>
              <a:gd name="connsiteX2" fmla="*/ 7774629 w 7774629"/>
              <a:gd name="connsiteY2" fmla="*/ 6193018 h 6193018"/>
              <a:gd name="connsiteX3" fmla="*/ 0 w 7774629"/>
              <a:gd name="connsiteY3" fmla="*/ 6193018 h 6193018"/>
              <a:gd name="connsiteX4" fmla="*/ 0 w 7774629"/>
              <a:gd name="connsiteY4" fmla="*/ 3884811 h 6193018"/>
              <a:gd name="connsiteX5" fmla="*/ 3887320 w 7774629"/>
              <a:gd name="connsiteY5" fmla="*/ 0 h 6193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74629" h="6193018">
                <a:moveTo>
                  <a:pt x="3887320" y="0"/>
                </a:moveTo>
                <a:cubicBezTo>
                  <a:pt x="6034243" y="0"/>
                  <a:pt x="7774629" y="1739299"/>
                  <a:pt x="7774629" y="3884811"/>
                </a:cubicBezTo>
                <a:lnTo>
                  <a:pt x="7774629" y="6193018"/>
                </a:lnTo>
                <a:lnTo>
                  <a:pt x="0" y="6193018"/>
                </a:lnTo>
                <a:lnTo>
                  <a:pt x="0" y="3884811"/>
                </a:lnTo>
                <a:cubicBezTo>
                  <a:pt x="0" y="1739299"/>
                  <a:pt x="1740414" y="0"/>
                  <a:pt x="3887320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  <a:alpha val="99000"/>
            </a:schemeClr>
          </a:solidFill>
          <a:ln w="543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723D98FB-5EB7-A8DF-8470-B23A80D669E4}"/>
              </a:ext>
            </a:extLst>
          </p:cNvPr>
          <p:cNvSpPr/>
          <p:nvPr userDrawn="1"/>
        </p:nvSpPr>
        <p:spPr>
          <a:xfrm>
            <a:off x="7610252" y="1"/>
            <a:ext cx="2273668" cy="3147998"/>
          </a:xfrm>
          <a:custGeom>
            <a:avLst/>
            <a:gdLst>
              <a:gd name="connsiteX0" fmla="*/ 183295 w 2273668"/>
              <a:gd name="connsiteY0" fmla="*/ 0 h 3147998"/>
              <a:gd name="connsiteX1" fmla="*/ 2273668 w 2273668"/>
              <a:gd name="connsiteY1" fmla="*/ 0 h 3147998"/>
              <a:gd name="connsiteX2" fmla="*/ 2273668 w 2273668"/>
              <a:gd name="connsiteY2" fmla="*/ 3147998 h 3147998"/>
              <a:gd name="connsiteX3" fmla="*/ 2096300 w 2273668"/>
              <a:gd name="connsiteY3" fmla="*/ 3147998 h 3147998"/>
              <a:gd name="connsiteX4" fmla="*/ 2033714 w 2273668"/>
              <a:gd name="connsiteY4" fmla="*/ 3144814 h 3147998"/>
              <a:gd name="connsiteX5" fmla="*/ 0 w 2273668"/>
              <a:gd name="connsiteY5" fmla="*/ 886966 h 3147998"/>
              <a:gd name="connsiteX6" fmla="*/ 178732 w 2273668"/>
              <a:gd name="connsiteY6" fmla="*/ 9417 h 314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73668" h="3147998">
                <a:moveTo>
                  <a:pt x="183295" y="0"/>
                </a:moveTo>
                <a:lnTo>
                  <a:pt x="2273668" y="0"/>
                </a:lnTo>
                <a:lnTo>
                  <a:pt x="2273668" y="3147998"/>
                </a:lnTo>
                <a:lnTo>
                  <a:pt x="2096300" y="3147998"/>
                </a:lnTo>
                <a:lnTo>
                  <a:pt x="2033714" y="3144814"/>
                </a:lnTo>
                <a:cubicBezTo>
                  <a:pt x="895944" y="3028420"/>
                  <a:pt x="0" y="2060597"/>
                  <a:pt x="0" y="886966"/>
                </a:cubicBezTo>
                <a:cubicBezTo>
                  <a:pt x="0" y="576250"/>
                  <a:pt x="63712" y="279606"/>
                  <a:pt x="178732" y="9417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4550F3CE-BAE9-3916-42CA-F4D906FA5173}"/>
              </a:ext>
            </a:extLst>
          </p:cNvPr>
          <p:cNvSpPr/>
          <p:nvPr userDrawn="1"/>
        </p:nvSpPr>
        <p:spPr>
          <a:xfrm>
            <a:off x="9883919" y="2"/>
            <a:ext cx="2254928" cy="3141557"/>
          </a:xfrm>
          <a:custGeom>
            <a:avLst/>
            <a:gdLst>
              <a:gd name="connsiteX0" fmla="*/ 0 w 2254928"/>
              <a:gd name="connsiteY0" fmla="*/ 0 h 3141557"/>
              <a:gd name="connsiteX1" fmla="*/ 2080472 w 2254928"/>
              <a:gd name="connsiteY1" fmla="*/ 0 h 3141557"/>
              <a:gd name="connsiteX2" fmla="*/ 2154269 w 2254928"/>
              <a:gd name="connsiteY2" fmla="*/ 202607 h 3141557"/>
              <a:gd name="connsiteX3" fmla="*/ 2254928 w 2254928"/>
              <a:gd name="connsiteY3" fmla="*/ 871976 h 3141557"/>
              <a:gd name="connsiteX4" fmla="*/ 231934 w 2254928"/>
              <a:gd name="connsiteY4" fmla="*/ 3128339 h 3141557"/>
              <a:gd name="connsiteX5" fmla="*/ 19 w 2254928"/>
              <a:gd name="connsiteY5" fmla="*/ 3141557 h 3141557"/>
              <a:gd name="connsiteX6" fmla="*/ 0 w 2254928"/>
              <a:gd name="connsiteY6" fmla="*/ 3141557 h 3141557"/>
              <a:gd name="connsiteX7" fmla="*/ 0 w 2254928"/>
              <a:gd name="connsiteY7" fmla="*/ 2729990 h 3141557"/>
              <a:gd name="connsiteX8" fmla="*/ 0 w 2254928"/>
              <a:gd name="connsiteY8" fmla="*/ 2344136 h 3141557"/>
              <a:gd name="connsiteX9" fmla="*/ 0 w 2254928"/>
              <a:gd name="connsiteY9" fmla="*/ 1983167 h 3141557"/>
              <a:gd name="connsiteX10" fmla="*/ 0 w 2254928"/>
              <a:gd name="connsiteY10" fmla="*/ 1646252 h 3141557"/>
              <a:gd name="connsiteX11" fmla="*/ 0 w 2254928"/>
              <a:gd name="connsiteY11" fmla="*/ 1332565 h 3141557"/>
              <a:gd name="connsiteX12" fmla="*/ 0 w 2254928"/>
              <a:gd name="connsiteY12" fmla="*/ 1041273 h 3141557"/>
              <a:gd name="connsiteX13" fmla="*/ 0 w 2254928"/>
              <a:gd name="connsiteY13" fmla="*/ 771549 h 3141557"/>
              <a:gd name="connsiteX14" fmla="*/ 0 w 2254928"/>
              <a:gd name="connsiteY14" fmla="*/ 522561 h 3141557"/>
              <a:gd name="connsiteX15" fmla="*/ 0 w 2254928"/>
              <a:gd name="connsiteY15" fmla="*/ 293482 h 3141557"/>
              <a:gd name="connsiteX16" fmla="*/ 0 w 2254928"/>
              <a:gd name="connsiteY16" fmla="*/ 83481 h 3141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254928" h="3141557">
                <a:moveTo>
                  <a:pt x="0" y="0"/>
                </a:moveTo>
                <a:lnTo>
                  <a:pt x="2080472" y="0"/>
                </a:lnTo>
                <a:lnTo>
                  <a:pt x="2154269" y="202607"/>
                </a:lnTo>
                <a:cubicBezTo>
                  <a:pt x="2219730" y="414134"/>
                  <a:pt x="2254928" y="638939"/>
                  <a:pt x="2254928" y="871976"/>
                </a:cubicBezTo>
                <a:cubicBezTo>
                  <a:pt x="2254928" y="2045607"/>
                  <a:pt x="1374977" y="3005515"/>
                  <a:pt x="231934" y="3128339"/>
                </a:cubicBezTo>
                <a:lnTo>
                  <a:pt x="19" y="3141557"/>
                </a:lnTo>
                <a:lnTo>
                  <a:pt x="0" y="3141557"/>
                </a:lnTo>
                <a:lnTo>
                  <a:pt x="0" y="2729990"/>
                </a:lnTo>
                <a:lnTo>
                  <a:pt x="0" y="2344136"/>
                </a:lnTo>
                <a:lnTo>
                  <a:pt x="0" y="1983167"/>
                </a:lnTo>
                <a:lnTo>
                  <a:pt x="0" y="1646252"/>
                </a:lnTo>
                <a:lnTo>
                  <a:pt x="0" y="1332565"/>
                </a:lnTo>
                <a:lnTo>
                  <a:pt x="0" y="1041273"/>
                </a:lnTo>
                <a:lnTo>
                  <a:pt x="0" y="771549"/>
                </a:lnTo>
                <a:lnTo>
                  <a:pt x="0" y="522561"/>
                </a:lnTo>
                <a:lnTo>
                  <a:pt x="0" y="293482"/>
                </a:lnTo>
                <a:lnTo>
                  <a:pt x="0" y="8348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83F65A0-0C52-48AD-DC5D-B5D3BF3CC188}"/>
              </a:ext>
            </a:extLst>
          </p:cNvPr>
          <p:cNvSpPr/>
          <p:nvPr userDrawn="1"/>
        </p:nvSpPr>
        <p:spPr>
          <a:xfrm>
            <a:off x="8395730" y="2"/>
            <a:ext cx="2959203" cy="2352793"/>
          </a:xfrm>
          <a:custGeom>
            <a:avLst/>
            <a:gdLst>
              <a:gd name="connsiteX0" fmla="*/ 289830 w 2959203"/>
              <a:gd name="connsiteY0" fmla="*/ 0 h 2352793"/>
              <a:gd name="connsiteX1" fmla="*/ 2669374 w 2959203"/>
              <a:gd name="connsiteY1" fmla="*/ 0 h 2352793"/>
              <a:gd name="connsiteX2" fmla="*/ 2706511 w 2959203"/>
              <a:gd name="connsiteY2" fmla="*/ 49584 h 2352793"/>
              <a:gd name="connsiteX3" fmla="*/ 2951565 w 2959203"/>
              <a:gd name="connsiteY3" fmla="*/ 724493 h 2352793"/>
              <a:gd name="connsiteX4" fmla="*/ 2959203 w 2959203"/>
              <a:gd name="connsiteY4" fmla="*/ 875514 h 2352793"/>
              <a:gd name="connsiteX5" fmla="*/ 2959203 w 2959203"/>
              <a:gd name="connsiteY5" fmla="*/ 875554 h 2352793"/>
              <a:gd name="connsiteX6" fmla="*/ 2951565 w 2959203"/>
              <a:gd name="connsiteY6" fmla="*/ 1026575 h 2352793"/>
              <a:gd name="connsiteX7" fmla="*/ 1479602 w 2959203"/>
              <a:gd name="connsiteY7" fmla="*/ 2352793 h 2352793"/>
              <a:gd name="connsiteX8" fmla="*/ 0 w 2959203"/>
              <a:gd name="connsiteY8" fmla="*/ 875534 h 2352793"/>
              <a:gd name="connsiteX9" fmla="*/ 252694 w 2959203"/>
              <a:gd name="connsiteY9" fmla="*/ 49584 h 2352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959203" h="2352793">
                <a:moveTo>
                  <a:pt x="289830" y="0"/>
                </a:moveTo>
                <a:lnTo>
                  <a:pt x="2669374" y="0"/>
                </a:lnTo>
                <a:lnTo>
                  <a:pt x="2706511" y="49584"/>
                </a:lnTo>
                <a:cubicBezTo>
                  <a:pt x="2839459" y="246061"/>
                  <a:pt x="2926309" y="476187"/>
                  <a:pt x="2951565" y="724493"/>
                </a:cubicBezTo>
                <a:lnTo>
                  <a:pt x="2959203" y="875514"/>
                </a:lnTo>
                <a:lnTo>
                  <a:pt x="2959203" y="875554"/>
                </a:lnTo>
                <a:lnTo>
                  <a:pt x="2951565" y="1026575"/>
                </a:lnTo>
                <a:cubicBezTo>
                  <a:pt x="2875795" y="1771492"/>
                  <a:pt x="2245691" y="2352793"/>
                  <a:pt x="1479602" y="2352793"/>
                </a:cubicBezTo>
                <a:cubicBezTo>
                  <a:pt x="662440" y="2352793"/>
                  <a:pt x="0" y="1691401"/>
                  <a:pt x="0" y="875534"/>
                </a:cubicBezTo>
                <a:cubicBezTo>
                  <a:pt x="0" y="569583"/>
                  <a:pt x="93156" y="285356"/>
                  <a:pt x="252694" y="4958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F8FA7F58-C470-6376-9DB1-DE7034C491E8}"/>
              </a:ext>
            </a:extLst>
          </p:cNvPr>
          <p:cNvSpPr/>
          <p:nvPr userDrawn="1"/>
        </p:nvSpPr>
        <p:spPr>
          <a:xfrm>
            <a:off x="1390854" y="3130662"/>
            <a:ext cx="3106248" cy="3748831"/>
          </a:xfrm>
          <a:custGeom>
            <a:avLst/>
            <a:gdLst>
              <a:gd name="connsiteX0" fmla="*/ 0 w 3106248"/>
              <a:gd name="connsiteY0" fmla="*/ 0 h 3748831"/>
              <a:gd name="connsiteX1" fmla="*/ 3106248 w 3106248"/>
              <a:gd name="connsiteY1" fmla="*/ 3748831 h 3748831"/>
              <a:gd name="connsiteX2" fmla="*/ 0 w 3106248"/>
              <a:gd name="connsiteY2" fmla="*/ 3748831 h 37488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06248" h="3748831">
                <a:moveTo>
                  <a:pt x="0" y="0"/>
                </a:moveTo>
                <a:lnTo>
                  <a:pt x="3106248" y="3748831"/>
                </a:lnTo>
                <a:lnTo>
                  <a:pt x="0" y="3748831"/>
                </a:lnTo>
                <a:close/>
              </a:path>
            </a:pathLst>
          </a:custGeom>
          <a:solidFill>
            <a:schemeClr val="accent2">
              <a:alpha val="99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B27C9E57-563E-7980-7B3C-45FAD9C386F4}"/>
              </a:ext>
            </a:extLst>
          </p:cNvPr>
          <p:cNvSpPr/>
          <p:nvPr userDrawn="1"/>
        </p:nvSpPr>
        <p:spPr>
          <a:xfrm>
            <a:off x="0" y="3130661"/>
            <a:ext cx="1400640" cy="3748832"/>
          </a:xfrm>
          <a:custGeom>
            <a:avLst/>
            <a:gdLst>
              <a:gd name="connsiteX0" fmla="*/ 1400640 w 1400640"/>
              <a:gd name="connsiteY0" fmla="*/ 0 h 3748832"/>
              <a:gd name="connsiteX1" fmla="*/ 1400640 w 1400640"/>
              <a:gd name="connsiteY1" fmla="*/ 3748832 h 3748832"/>
              <a:gd name="connsiteX2" fmla="*/ 0 w 1400640"/>
              <a:gd name="connsiteY2" fmla="*/ 3748832 h 3748832"/>
              <a:gd name="connsiteX3" fmla="*/ 0 w 1400640"/>
              <a:gd name="connsiteY3" fmla="*/ 1684743 h 3748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00640" h="3748832">
                <a:moveTo>
                  <a:pt x="1400640" y="0"/>
                </a:moveTo>
                <a:lnTo>
                  <a:pt x="1400640" y="3748832"/>
                </a:lnTo>
                <a:lnTo>
                  <a:pt x="0" y="3748832"/>
                </a:lnTo>
                <a:lnTo>
                  <a:pt x="0" y="1684743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3776472"/>
            <a:ext cx="6400800" cy="768096"/>
          </a:xfrm>
        </p:spPr>
        <p:txBody>
          <a:bodyPr anchor="t">
            <a:noAutofit/>
          </a:bodyPr>
          <a:lstStyle>
            <a:lvl1pPr>
              <a:lnSpc>
                <a:spcPct val="100000"/>
              </a:lnSpc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95600" y="4718304"/>
            <a:ext cx="6400800" cy="512064"/>
          </a:xfrm>
        </p:spPr>
        <p:txBody>
          <a:bodyPr lIns="0" tIns="0" rIns="0" bIns="0">
            <a:noAutofit/>
          </a:bodyPr>
          <a:lstStyle>
            <a:lvl1pPr marL="0" indent="0" algn="ctr">
              <a:spcBef>
                <a:spcPts val="0"/>
              </a:spcBef>
              <a:buNone/>
              <a:defRPr sz="2400">
                <a:solidFill>
                  <a:schemeClr val="accent6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2459EA3C-8B88-5F1F-531E-7DA7DE55710B}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9496" y="2103120"/>
            <a:ext cx="11119104" cy="4434840"/>
          </a:xfrm>
        </p:spPr>
        <p:txBody>
          <a:bodyPr>
            <a:no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804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0C0F070-237F-C60F-3458-4D4D9BA0A222}"/>
              </a:ext>
            </a:extLst>
          </p:cNvPr>
          <p:cNvSpPr/>
          <p:nvPr userDrawn="1"/>
        </p:nvSpPr>
        <p:spPr>
          <a:xfrm>
            <a:off x="9866106" y="0"/>
            <a:ext cx="2325894" cy="2180854"/>
          </a:xfrm>
          <a:custGeom>
            <a:avLst/>
            <a:gdLst>
              <a:gd name="connsiteX0" fmla="*/ 2066927 w 2325894"/>
              <a:gd name="connsiteY0" fmla="*/ 0 h 2180854"/>
              <a:gd name="connsiteX1" fmla="*/ 2098882 w 2325894"/>
              <a:gd name="connsiteY1" fmla="*/ 0 h 2180854"/>
              <a:gd name="connsiteX2" fmla="*/ 2128893 w 2325894"/>
              <a:gd name="connsiteY2" fmla="*/ 44463 h 2180854"/>
              <a:gd name="connsiteX3" fmla="*/ 2269798 w 2325894"/>
              <a:gd name="connsiteY3" fmla="*/ 120493 h 2180854"/>
              <a:gd name="connsiteX4" fmla="*/ 2325894 w 2325894"/>
              <a:gd name="connsiteY4" fmla="*/ 126162 h 2180854"/>
              <a:gd name="connsiteX5" fmla="*/ 2325894 w 2325894"/>
              <a:gd name="connsiteY5" fmla="*/ 149263 h 2180854"/>
              <a:gd name="connsiteX6" fmla="*/ 2265120 w 2325894"/>
              <a:gd name="connsiteY6" fmla="*/ 143117 h 2180854"/>
              <a:gd name="connsiteX7" fmla="*/ 2075647 w 2325894"/>
              <a:gd name="connsiteY7" fmla="*/ 16048 h 2180854"/>
              <a:gd name="connsiteX8" fmla="*/ 1926448 w 2325894"/>
              <a:gd name="connsiteY8" fmla="*/ 0 h 2180854"/>
              <a:gd name="connsiteX9" fmla="*/ 1950522 w 2325894"/>
              <a:gd name="connsiteY9" fmla="*/ 0 h 2180854"/>
              <a:gd name="connsiteX10" fmla="*/ 1952130 w 2325894"/>
              <a:gd name="connsiteY10" fmla="*/ 5167 h 2180854"/>
              <a:gd name="connsiteX11" fmla="*/ 2244242 w 2325894"/>
              <a:gd name="connsiteY11" fmla="*/ 244834 h 2180854"/>
              <a:gd name="connsiteX12" fmla="*/ 2325894 w 2325894"/>
              <a:gd name="connsiteY12" fmla="*/ 253091 h 2180854"/>
              <a:gd name="connsiteX13" fmla="*/ 2325894 w 2325894"/>
              <a:gd name="connsiteY13" fmla="*/ 276192 h 2180854"/>
              <a:gd name="connsiteX14" fmla="*/ 2239598 w 2325894"/>
              <a:gd name="connsiteY14" fmla="*/ 267464 h 2180854"/>
              <a:gd name="connsiteX15" fmla="*/ 1930848 w 2325894"/>
              <a:gd name="connsiteY15" fmla="*/ 14141 h 2180854"/>
              <a:gd name="connsiteX16" fmla="*/ 1794114 w 2325894"/>
              <a:gd name="connsiteY16" fmla="*/ 0 h 2180854"/>
              <a:gd name="connsiteX17" fmla="*/ 1818202 w 2325894"/>
              <a:gd name="connsiteY17" fmla="*/ 0 h 2180854"/>
              <a:gd name="connsiteX18" fmla="*/ 1835170 w 2325894"/>
              <a:gd name="connsiteY18" fmla="*/ 54535 h 2180854"/>
              <a:gd name="connsiteX19" fmla="*/ 2218687 w 2325894"/>
              <a:gd name="connsiteY19" fmla="*/ 369191 h 2180854"/>
              <a:gd name="connsiteX20" fmla="*/ 2325894 w 2325894"/>
              <a:gd name="connsiteY20" fmla="*/ 380032 h 2180854"/>
              <a:gd name="connsiteX21" fmla="*/ 2325894 w 2325894"/>
              <a:gd name="connsiteY21" fmla="*/ 403132 h 2180854"/>
              <a:gd name="connsiteX22" fmla="*/ 2214043 w 2325894"/>
              <a:gd name="connsiteY22" fmla="*/ 391825 h 2180854"/>
              <a:gd name="connsiteX23" fmla="*/ 1813889 w 2325894"/>
              <a:gd name="connsiteY23" fmla="*/ 63559 h 2180854"/>
              <a:gd name="connsiteX24" fmla="*/ 1661683 w 2325894"/>
              <a:gd name="connsiteY24" fmla="*/ 0 h 2180854"/>
              <a:gd name="connsiteX25" fmla="*/ 1685874 w 2325894"/>
              <a:gd name="connsiteY25" fmla="*/ 0 h 2180854"/>
              <a:gd name="connsiteX26" fmla="*/ 1718212 w 2325894"/>
              <a:gd name="connsiteY26" fmla="*/ 103965 h 2180854"/>
              <a:gd name="connsiteX27" fmla="*/ 2193133 w 2325894"/>
              <a:gd name="connsiteY27" fmla="*/ 493659 h 2180854"/>
              <a:gd name="connsiteX28" fmla="*/ 2325894 w 2325894"/>
              <a:gd name="connsiteY28" fmla="*/ 507083 h 2180854"/>
              <a:gd name="connsiteX29" fmla="*/ 2325894 w 2325894"/>
              <a:gd name="connsiteY29" fmla="*/ 530183 h 2180854"/>
              <a:gd name="connsiteX30" fmla="*/ 2188450 w 2325894"/>
              <a:gd name="connsiteY30" fmla="*/ 516288 h 2180854"/>
              <a:gd name="connsiteX31" fmla="*/ 1696817 w 2325894"/>
              <a:gd name="connsiteY31" fmla="*/ 112939 h 2180854"/>
              <a:gd name="connsiteX32" fmla="*/ 1531553 w 2325894"/>
              <a:gd name="connsiteY32" fmla="*/ 0 h 2180854"/>
              <a:gd name="connsiteX33" fmla="*/ 1554659 w 2325894"/>
              <a:gd name="connsiteY33" fmla="*/ 0 h 2180854"/>
              <a:gd name="connsiteX34" fmla="*/ 1555243 w 2325894"/>
              <a:gd name="connsiteY34" fmla="*/ 5776 h 2180854"/>
              <a:gd name="connsiteX35" fmla="*/ 2245588 w 2325894"/>
              <a:gd name="connsiteY35" fmla="*/ 629962 h 2180854"/>
              <a:gd name="connsiteX36" fmla="*/ 2325894 w 2325894"/>
              <a:gd name="connsiteY36" fmla="*/ 634030 h 2180854"/>
              <a:gd name="connsiteX37" fmla="*/ 2325894 w 2325894"/>
              <a:gd name="connsiteY37" fmla="*/ 657131 h 2180854"/>
              <a:gd name="connsiteX38" fmla="*/ 2243214 w 2325894"/>
              <a:gd name="connsiteY38" fmla="*/ 652943 h 2180854"/>
              <a:gd name="connsiteX39" fmla="*/ 1532607 w 2325894"/>
              <a:gd name="connsiteY39" fmla="*/ 10419 h 2180854"/>
              <a:gd name="connsiteX40" fmla="*/ 1404609 w 2325894"/>
              <a:gd name="connsiteY40" fmla="*/ 0 h 2180854"/>
              <a:gd name="connsiteX41" fmla="*/ 1427709 w 2325894"/>
              <a:gd name="connsiteY41" fmla="*/ 0 h 2180854"/>
              <a:gd name="connsiteX42" fmla="*/ 1430873 w 2325894"/>
              <a:gd name="connsiteY42" fmla="*/ 31287 h 2180854"/>
              <a:gd name="connsiteX43" fmla="*/ 2232606 w 2325894"/>
              <a:gd name="connsiteY43" fmla="*/ 756233 h 2180854"/>
              <a:gd name="connsiteX44" fmla="*/ 2325894 w 2325894"/>
              <a:gd name="connsiteY44" fmla="*/ 760959 h 2180854"/>
              <a:gd name="connsiteX45" fmla="*/ 2325894 w 2325894"/>
              <a:gd name="connsiteY45" fmla="*/ 784060 h 2180854"/>
              <a:gd name="connsiteX46" fmla="*/ 2230270 w 2325894"/>
              <a:gd name="connsiteY46" fmla="*/ 779216 h 2180854"/>
              <a:gd name="connsiteX47" fmla="*/ 1408246 w 2325894"/>
              <a:gd name="connsiteY47" fmla="*/ 35964 h 2180854"/>
              <a:gd name="connsiteX48" fmla="*/ 1274343 w 2325894"/>
              <a:gd name="connsiteY48" fmla="*/ 0 h 2180854"/>
              <a:gd name="connsiteX49" fmla="*/ 1300756 w 2325894"/>
              <a:gd name="connsiteY49" fmla="*/ 0 h 2180854"/>
              <a:gd name="connsiteX50" fmla="*/ 1306507 w 2325894"/>
              <a:gd name="connsiteY50" fmla="*/ 56884 h 2180854"/>
              <a:gd name="connsiteX51" fmla="*/ 2219643 w 2325894"/>
              <a:gd name="connsiteY51" fmla="*/ 882640 h 2180854"/>
              <a:gd name="connsiteX52" fmla="*/ 2325894 w 2325894"/>
              <a:gd name="connsiteY52" fmla="*/ 888022 h 2180854"/>
              <a:gd name="connsiteX53" fmla="*/ 2325894 w 2325894"/>
              <a:gd name="connsiteY53" fmla="*/ 911123 h 2180854"/>
              <a:gd name="connsiteX54" fmla="*/ 2217286 w 2325894"/>
              <a:gd name="connsiteY54" fmla="*/ 905621 h 2180854"/>
              <a:gd name="connsiteX55" fmla="*/ 1283761 w 2325894"/>
              <a:gd name="connsiteY55" fmla="*/ 61528 h 2180854"/>
              <a:gd name="connsiteX56" fmla="*/ 1146071 w 2325894"/>
              <a:gd name="connsiteY56" fmla="*/ 0 h 2180854"/>
              <a:gd name="connsiteX57" fmla="*/ 1169414 w 2325894"/>
              <a:gd name="connsiteY57" fmla="*/ 0 h 2180854"/>
              <a:gd name="connsiteX58" fmla="*/ 1182030 w 2325894"/>
              <a:gd name="connsiteY58" fmla="*/ 82429 h 2180854"/>
              <a:gd name="connsiteX59" fmla="*/ 2206679 w 2325894"/>
              <a:gd name="connsiteY59" fmla="*/ 1008912 h 2180854"/>
              <a:gd name="connsiteX60" fmla="*/ 2325894 w 2325894"/>
              <a:gd name="connsiteY60" fmla="*/ 1014951 h 2180854"/>
              <a:gd name="connsiteX61" fmla="*/ 2325894 w 2325894"/>
              <a:gd name="connsiteY61" fmla="*/ 1038052 h 2180854"/>
              <a:gd name="connsiteX62" fmla="*/ 2204323 w 2325894"/>
              <a:gd name="connsiteY62" fmla="*/ 1031893 h 2180854"/>
              <a:gd name="connsiteX63" fmla="*/ 1159398 w 2325894"/>
              <a:gd name="connsiteY63" fmla="*/ 87072 h 2180854"/>
              <a:gd name="connsiteX64" fmla="*/ 1017789 w 2325894"/>
              <a:gd name="connsiteY64" fmla="*/ 0 h 2180854"/>
              <a:gd name="connsiteX65" fmla="*/ 1041132 w 2325894"/>
              <a:gd name="connsiteY65" fmla="*/ 0 h 2180854"/>
              <a:gd name="connsiteX66" fmla="*/ 1057661 w 2325894"/>
              <a:gd name="connsiteY66" fmla="*/ 107992 h 2180854"/>
              <a:gd name="connsiteX67" fmla="*/ 2193716 w 2325894"/>
              <a:gd name="connsiteY67" fmla="*/ 1135208 h 2180854"/>
              <a:gd name="connsiteX68" fmla="*/ 2325894 w 2325894"/>
              <a:gd name="connsiteY68" fmla="*/ 1141903 h 2180854"/>
              <a:gd name="connsiteX69" fmla="*/ 2325894 w 2325894"/>
              <a:gd name="connsiteY69" fmla="*/ 1165004 h 2180854"/>
              <a:gd name="connsiteX70" fmla="*/ 2191361 w 2325894"/>
              <a:gd name="connsiteY70" fmla="*/ 1158189 h 2180854"/>
              <a:gd name="connsiteX71" fmla="*/ 1035029 w 2325894"/>
              <a:gd name="connsiteY71" fmla="*/ 112636 h 2180854"/>
              <a:gd name="connsiteX72" fmla="*/ 889397 w 2325894"/>
              <a:gd name="connsiteY72" fmla="*/ 0 h 2180854"/>
              <a:gd name="connsiteX73" fmla="*/ 912837 w 2325894"/>
              <a:gd name="connsiteY73" fmla="*/ 0 h 2180854"/>
              <a:gd name="connsiteX74" fmla="*/ 933296 w 2325894"/>
              <a:gd name="connsiteY74" fmla="*/ 133667 h 2180854"/>
              <a:gd name="connsiteX75" fmla="*/ 2180754 w 2325894"/>
              <a:gd name="connsiteY75" fmla="*/ 1261608 h 2180854"/>
              <a:gd name="connsiteX76" fmla="*/ 2325894 w 2325894"/>
              <a:gd name="connsiteY76" fmla="*/ 1268960 h 2180854"/>
              <a:gd name="connsiteX77" fmla="*/ 2325894 w 2325894"/>
              <a:gd name="connsiteY77" fmla="*/ 1292061 h 2180854"/>
              <a:gd name="connsiteX78" fmla="*/ 2178378 w 2325894"/>
              <a:gd name="connsiteY78" fmla="*/ 1284588 h 2180854"/>
              <a:gd name="connsiteX79" fmla="*/ 910550 w 2325894"/>
              <a:gd name="connsiteY79" fmla="*/ 138199 h 2180854"/>
              <a:gd name="connsiteX80" fmla="*/ 761929 w 2325894"/>
              <a:gd name="connsiteY80" fmla="*/ 0 h 2180854"/>
              <a:gd name="connsiteX81" fmla="*/ 785032 w 2325894"/>
              <a:gd name="connsiteY81" fmla="*/ 0 h 2180854"/>
              <a:gd name="connsiteX82" fmla="*/ 785312 w 2325894"/>
              <a:gd name="connsiteY82" fmla="*/ 5523 h 2180854"/>
              <a:gd name="connsiteX83" fmla="*/ 2167790 w 2325894"/>
              <a:gd name="connsiteY83" fmla="*/ 1387884 h 2180854"/>
              <a:gd name="connsiteX84" fmla="*/ 2325894 w 2325894"/>
              <a:gd name="connsiteY84" fmla="*/ 1395894 h 2180854"/>
              <a:gd name="connsiteX85" fmla="*/ 2325894 w 2325894"/>
              <a:gd name="connsiteY85" fmla="*/ 1418995 h 2180854"/>
              <a:gd name="connsiteX86" fmla="*/ 2165434 w 2325894"/>
              <a:gd name="connsiteY86" fmla="*/ 1410866 h 2180854"/>
              <a:gd name="connsiteX87" fmla="*/ 762328 w 2325894"/>
              <a:gd name="connsiteY87" fmla="*/ 7877 h 2180854"/>
              <a:gd name="connsiteX88" fmla="*/ 634980 w 2325894"/>
              <a:gd name="connsiteY88" fmla="*/ 0 h 2180854"/>
              <a:gd name="connsiteX89" fmla="*/ 658083 w 2325894"/>
              <a:gd name="connsiteY89" fmla="*/ 0 h 2180854"/>
              <a:gd name="connsiteX90" fmla="*/ 659019 w 2325894"/>
              <a:gd name="connsiteY90" fmla="*/ 18476 h 2180854"/>
              <a:gd name="connsiteX91" fmla="*/ 2154827 w 2325894"/>
              <a:gd name="connsiteY91" fmla="*/ 1514157 h 2180854"/>
              <a:gd name="connsiteX92" fmla="*/ 2325894 w 2325894"/>
              <a:gd name="connsiteY92" fmla="*/ 1522823 h 2180854"/>
              <a:gd name="connsiteX93" fmla="*/ 2325894 w 2325894"/>
              <a:gd name="connsiteY93" fmla="*/ 1545924 h 2180854"/>
              <a:gd name="connsiteX94" fmla="*/ 2152472 w 2325894"/>
              <a:gd name="connsiteY94" fmla="*/ 1537138 h 2180854"/>
              <a:gd name="connsiteX95" fmla="*/ 636036 w 2325894"/>
              <a:gd name="connsiteY95" fmla="*/ 20831 h 2180854"/>
              <a:gd name="connsiteX96" fmla="*/ 507911 w 2325894"/>
              <a:gd name="connsiteY96" fmla="*/ 0 h 2180854"/>
              <a:gd name="connsiteX97" fmla="*/ 531128 w 2325894"/>
              <a:gd name="connsiteY97" fmla="*/ 0 h 2180854"/>
              <a:gd name="connsiteX98" fmla="*/ 532727 w 2325894"/>
              <a:gd name="connsiteY98" fmla="*/ 31559 h 2180854"/>
              <a:gd name="connsiteX99" fmla="*/ 2141864 w 2325894"/>
              <a:gd name="connsiteY99" fmla="*/ 1640562 h 2180854"/>
              <a:gd name="connsiteX100" fmla="*/ 2325894 w 2325894"/>
              <a:gd name="connsiteY100" fmla="*/ 1649885 h 2180854"/>
              <a:gd name="connsiteX101" fmla="*/ 2325894 w 2325894"/>
              <a:gd name="connsiteY101" fmla="*/ 1672981 h 2180854"/>
              <a:gd name="connsiteX102" fmla="*/ 2139488 w 2325894"/>
              <a:gd name="connsiteY102" fmla="*/ 1663539 h 2180854"/>
              <a:gd name="connsiteX103" fmla="*/ 509624 w 2325894"/>
              <a:gd name="connsiteY103" fmla="*/ 33818 h 2180854"/>
              <a:gd name="connsiteX104" fmla="*/ 380961 w 2325894"/>
              <a:gd name="connsiteY104" fmla="*/ 0 h 2180854"/>
              <a:gd name="connsiteX105" fmla="*/ 404065 w 2325894"/>
              <a:gd name="connsiteY105" fmla="*/ 0 h 2180854"/>
              <a:gd name="connsiteX106" fmla="*/ 406316 w 2325894"/>
              <a:gd name="connsiteY106" fmla="*/ 44437 h 2180854"/>
              <a:gd name="connsiteX107" fmla="*/ 2128900 w 2325894"/>
              <a:gd name="connsiteY107" fmla="*/ 1766854 h 2180854"/>
              <a:gd name="connsiteX108" fmla="*/ 2325894 w 2325894"/>
              <a:gd name="connsiteY108" fmla="*/ 1776833 h 2180854"/>
              <a:gd name="connsiteX109" fmla="*/ 2325894 w 2325894"/>
              <a:gd name="connsiteY109" fmla="*/ 1799934 h 2180854"/>
              <a:gd name="connsiteX110" fmla="*/ 2126525 w 2325894"/>
              <a:gd name="connsiteY110" fmla="*/ 1789835 h 2180854"/>
              <a:gd name="connsiteX111" fmla="*/ 383332 w 2325894"/>
              <a:gd name="connsiteY111" fmla="*/ 46792 h 2180854"/>
              <a:gd name="connsiteX112" fmla="*/ 254013 w 2325894"/>
              <a:gd name="connsiteY112" fmla="*/ 0 h 2180854"/>
              <a:gd name="connsiteX113" fmla="*/ 277116 w 2325894"/>
              <a:gd name="connsiteY113" fmla="*/ 0 h 2180854"/>
              <a:gd name="connsiteX114" fmla="*/ 280023 w 2325894"/>
              <a:gd name="connsiteY114" fmla="*/ 57371 h 2180854"/>
              <a:gd name="connsiteX115" fmla="*/ 2115917 w 2325894"/>
              <a:gd name="connsiteY115" fmla="*/ 1893125 h 2180854"/>
              <a:gd name="connsiteX116" fmla="*/ 2325894 w 2325894"/>
              <a:gd name="connsiteY116" fmla="*/ 1903762 h 2180854"/>
              <a:gd name="connsiteX117" fmla="*/ 2325894 w 2325894"/>
              <a:gd name="connsiteY117" fmla="*/ 1926863 h 2180854"/>
              <a:gd name="connsiteX118" fmla="*/ 2113563 w 2325894"/>
              <a:gd name="connsiteY118" fmla="*/ 1916107 h 2180854"/>
              <a:gd name="connsiteX119" fmla="*/ 257040 w 2325894"/>
              <a:gd name="connsiteY119" fmla="*/ 59745 h 2180854"/>
              <a:gd name="connsiteX120" fmla="*/ 126949 w 2325894"/>
              <a:gd name="connsiteY120" fmla="*/ 0 h 2180854"/>
              <a:gd name="connsiteX121" fmla="*/ 150160 w 2325894"/>
              <a:gd name="connsiteY121" fmla="*/ 0 h 2180854"/>
              <a:gd name="connsiteX122" fmla="*/ 153729 w 2325894"/>
              <a:gd name="connsiteY122" fmla="*/ 70454 h 2180854"/>
              <a:gd name="connsiteX123" fmla="*/ 2102955 w 2325894"/>
              <a:gd name="connsiteY123" fmla="*/ 2019530 h 2180854"/>
              <a:gd name="connsiteX124" fmla="*/ 2325894 w 2325894"/>
              <a:gd name="connsiteY124" fmla="*/ 2030824 h 2180854"/>
              <a:gd name="connsiteX125" fmla="*/ 2325894 w 2325894"/>
              <a:gd name="connsiteY125" fmla="*/ 2053925 h 2180854"/>
              <a:gd name="connsiteX126" fmla="*/ 2100598 w 2325894"/>
              <a:gd name="connsiteY126" fmla="*/ 2042512 h 2180854"/>
              <a:gd name="connsiteX127" fmla="*/ 130633 w 2325894"/>
              <a:gd name="connsiteY127" fmla="*/ 72714 h 2180854"/>
              <a:gd name="connsiteX128" fmla="*/ 0 w 2325894"/>
              <a:gd name="connsiteY128" fmla="*/ 0 h 2180854"/>
              <a:gd name="connsiteX129" fmla="*/ 23103 w 2325894"/>
              <a:gd name="connsiteY129" fmla="*/ 0 h 2180854"/>
              <a:gd name="connsiteX130" fmla="*/ 27324 w 2325894"/>
              <a:gd name="connsiteY130" fmla="*/ 83311 h 2180854"/>
              <a:gd name="connsiteX131" fmla="*/ 2089991 w 2325894"/>
              <a:gd name="connsiteY131" fmla="*/ 2145803 h 2180854"/>
              <a:gd name="connsiteX132" fmla="*/ 2325894 w 2325894"/>
              <a:gd name="connsiteY132" fmla="*/ 2157753 h 2180854"/>
              <a:gd name="connsiteX133" fmla="*/ 2325894 w 2325894"/>
              <a:gd name="connsiteY133" fmla="*/ 2180854 h 2180854"/>
              <a:gd name="connsiteX134" fmla="*/ 2087636 w 2325894"/>
              <a:gd name="connsiteY134" fmla="*/ 2168784 h 2180854"/>
              <a:gd name="connsiteX135" fmla="*/ 4341 w 2325894"/>
              <a:gd name="connsiteY135" fmla="*/ 85667 h 218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</a:cxnLst>
            <a:rect l="l" t="t" r="r" b="b"/>
            <a:pathLst>
              <a:path w="2325894" h="2180854">
                <a:moveTo>
                  <a:pt x="2066927" y="0"/>
                </a:moveTo>
                <a:lnTo>
                  <a:pt x="2098882" y="0"/>
                </a:lnTo>
                <a:lnTo>
                  <a:pt x="2128893" y="44463"/>
                </a:lnTo>
                <a:cubicBezTo>
                  <a:pt x="2166753" y="82308"/>
                  <a:pt x="2215417" y="109341"/>
                  <a:pt x="2269798" y="120493"/>
                </a:cubicBezTo>
                <a:lnTo>
                  <a:pt x="2325894" y="126162"/>
                </a:lnTo>
                <a:lnTo>
                  <a:pt x="2325894" y="149263"/>
                </a:lnTo>
                <a:lnTo>
                  <a:pt x="2265120" y="143117"/>
                </a:lnTo>
                <a:cubicBezTo>
                  <a:pt x="2186576" y="127002"/>
                  <a:pt x="2119077" y="80290"/>
                  <a:pt x="2075647" y="16048"/>
                </a:cubicBezTo>
                <a:close/>
                <a:moveTo>
                  <a:pt x="1926448" y="0"/>
                </a:moveTo>
                <a:lnTo>
                  <a:pt x="1950522" y="0"/>
                </a:lnTo>
                <a:lnTo>
                  <a:pt x="1952130" y="5167"/>
                </a:lnTo>
                <a:cubicBezTo>
                  <a:pt x="2003529" y="126455"/>
                  <a:pt x="2112323" y="217766"/>
                  <a:pt x="2244242" y="244834"/>
                </a:cubicBezTo>
                <a:lnTo>
                  <a:pt x="2325894" y="253091"/>
                </a:lnTo>
                <a:lnTo>
                  <a:pt x="2325894" y="276192"/>
                </a:lnTo>
                <a:lnTo>
                  <a:pt x="2239598" y="267464"/>
                </a:lnTo>
                <a:cubicBezTo>
                  <a:pt x="2100173" y="238852"/>
                  <a:pt x="1985178" y="142334"/>
                  <a:pt x="1930848" y="14141"/>
                </a:cubicBezTo>
                <a:close/>
                <a:moveTo>
                  <a:pt x="1794114" y="0"/>
                </a:moveTo>
                <a:lnTo>
                  <a:pt x="1818202" y="0"/>
                </a:lnTo>
                <a:lnTo>
                  <a:pt x="1835170" y="54535"/>
                </a:lnTo>
                <a:cubicBezTo>
                  <a:pt x="1902650" y="213778"/>
                  <a:pt x="2045483" y="333656"/>
                  <a:pt x="2218687" y="369191"/>
                </a:cubicBezTo>
                <a:lnTo>
                  <a:pt x="2325894" y="380032"/>
                </a:lnTo>
                <a:lnTo>
                  <a:pt x="2325894" y="403132"/>
                </a:lnTo>
                <a:lnTo>
                  <a:pt x="2214043" y="391825"/>
                </a:lnTo>
                <a:cubicBezTo>
                  <a:pt x="2033333" y="354761"/>
                  <a:pt x="1884299" y="229720"/>
                  <a:pt x="1813889" y="63559"/>
                </a:cubicBezTo>
                <a:close/>
                <a:moveTo>
                  <a:pt x="1661683" y="0"/>
                </a:moveTo>
                <a:lnTo>
                  <a:pt x="1685874" y="0"/>
                </a:lnTo>
                <a:lnTo>
                  <a:pt x="1718212" y="103965"/>
                </a:lnTo>
                <a:cubicBezTo>
                  <a:pt x="1801772" y="301203"/>
                  <a:pt x="1978643" y="449654"/>
                  <a:pt x="2193133" y="493659"/>
                </a:cubicBezTo>
                <a:lnTo>
                  <a:pt x="2325894" y="507083"/>
                </a:lnTo>
                <a:lnTo>
                  <a:pt x="2325894" y="530183"/>
                </a:lnTo>
                <a:lnTo>
                  <a:pt x="2188450" y="516288"/>
                </a:lnTo>
                <a:cubicBezTo>
                  <a:pt x="1966399" y="470740"/>
                  <a:pt x="1783312" y="317082"/>
                  <a:pt x="1696817" y="112939"/>
                </a:cubicBezTo>
                <a:close/>
                <a:moveTo>
                  <a:pt x="1531553" y="0"/>
                </a:moveTo>
                <a:lnTo>
                  <a:pt x="1554659" y="0"/>
                </a:lnTo>
                <a:lnTo>
                  <a:pt x="1555243" y="5776"/>
                </a:lnTo>
                <a:cubicBezTo>
                  <a:pt x="1623483" y="338327"/>
                  <a:pt x="1902268" y="594992"/>
                  <a:pt x="2245588" y="629962"/>
                </a:cubicBezTo>
                <a:lnTo>
                  <a:pt x="2325894" y="634030"/>
                </a:lnTo>
                <a:lnTo>
                  <a:pt x="2325894" y="657131"/>
                </a:lnTo>
                <a:lnTo>
                  <a:pt x="2243214" y="652943"/>
                </a:lnTo>
                <a:cubicBezTo>
                  <a:pt x="1889750" y="616944"/>
                  <a:pt x="1602834" y="352727"/>
                  <a:pt x="1532607" y="10419"/>
                </a:cubicBezTo>
                <a:close/>
                <a:moveTo>
                  <a:pt x="1404609" y="0"/>
                </a:moveTo>
                <a:lnTo>
                  <a:pt x="1427709" y="0"/>
                </a:lnTo>
                <a:lnTo>
                  <a:pt x="1430873" y="31287"/>
                </a:lnTo>
                <a:cubicBezTo>
                  <a:pt x="1510102" y="417452"/>
                  <a:pt x="1833798" y="715609"/>
                  <a:pt x="2232606" y="756233"/>
                </a:cubicBezTo>
                <a:lnTo>
                  <a:pt x="2325894" y="760959"/>
                </a:lnTo>
                <a:lnTo>
                  <a:pt x="2325894" y="784060"/>
                </a:lnTo>
                <a:lnTo>
                  <a:pt x="2230270" y="779216"/>
                </a:lnTo>
                <a:cubicBezTo>
                  <a:pt x="1821463" y="737574"/>
                  <a:pt x="1489501" y="431938"/>
                  <a:pt x="1408246" y="35964"/>
                </a:cubicBezTo>
                <a:close/>
                <a:moveTo>
                  <a:pt x="1274343" y="0"/>
                </a:moveTo>
                <a:lnTo>
                  <a:pt x="1300756" y="0"/>
                </a:lnTo>
                <a:lnTo>
                  <a:pt x="1306507" y="56884"/>
                </a:lnTo>
                <a:cubicBezTo>
                  <a:pt x="1396745" y="496788"/>
                  <a:pt x="1765420" y="836372"/>
                  <a:pt x="2219643" y="882640"/>
                </a:cubicBezTo>
                <a:lnTo>
                  <a:pt x="2325894" y="888022"/>
                </a:lnTo>
                <a:lnTo>
                  <a:pt x="2325894" y="911123"/>
                </a:lnTo>
                <a:lnTo>
                  <a:pt x="2217286" y="905621"/>
                </a:lnTo>
                <a:cubicBezTo>
                  <a:pt x="1752979" y="858324"/>
                  <a:pt x="1376027" y="511189"/>
                  <a:pt x="1283761" y="61528"/>
                </a:cubicBezTo>
                <a:close/>
                <a:moveTo>
                  <a:pt x="1146071" y="0"/>
                </a:moveTo>
                <a:lnTo>
                  <a:pt x="1169414" y="0"/>
                </a:lnTo>
                <a:lnTo>
                  <a:pt x="1182030" y="82429"/>
                </a:lnTo>
                <a:cubicBezTo>
                  <a:pt x="1283296" y="576000"/>
                  <a:pt x="1697029" y="957001"/>
                  <a:pt x="2206679" y="1008912"/>
                </a:cubicBezTo>
                <a:lnTo>
                  <a:pt x="2325894" y="1014951"/>
                </a:lnTo>
                <a:lnTo>
                  <a:pt x="2325894" y="1038052"/>
                </a:lnTo>
                <a:lnTo>
                  <a:pt x="2204323" y="1031893"/>
                </a:lnTo>
                <a:cubicBezTo>
                  <a:pt x="1684600" y="978953"/>
                  <a:pt x="1262670" y="590398"/>
                  <a:pt x="1159398" y="87072"/>
                </a:cubicBezTo>
                <a:close/>
                <a:moveTo>
                  <a:pt x="1017789" y="0"/>
                </a:moveTo>
                <a:lnTo>
                  <a:pt x="1041132" y="0"/>
                </a:lnTo>
                <a:lnTo>
                  <a:pt x="1057661" y="107992"/>
                </a:lnTo>
                <a:cubicBezTo>
                  <a:pt x="1169939" y="655229"/>
                  <a:pt x="1628650" y="1077653"/>
                  <a:pt x="2193716" y="1135208"/>
                </a:cubicBezTo>
                <a:lnTo>
                  <a:pt x="2325894" y="1141903"/>
                </a:lnTo>
                <a:lnTo>
                  <a:pt x="2325894" y="1165004"/>
                </a:lnTo>
                <a:lnTo>
                  <a:pt x="2191361" y="1158189"/>
                </a:lnTo>
                <a:cubicBezTo>
                  <a:pt x="1616222" y="1099606"/>
                  <a:pt x="1149313" y="669630"/>
                  <a:pt x="1035029" y="112636"/>
                </a:cubicBezTo>
                <a:close/>
                <a:moveTo>
                  <a:pt x="889397" y="0"/>
                </a:moveTo>
                <a:lnTo>
                  <a:pt x="912837" y="0"/>
                </a:lnTo>
                <a:lnTo>
                  <a:pt x="933296" y="133667"/>
                </a:lnTo>
                <a:cubicBezTo>
                  <a:pt x="1056582" y="734570"/>
                  <a:pt x="1560272" y="1198411"/>
                  <a:pt x="2180754" y="1261608"/>
                </a:cubicBezTo>
                <a:lnTo>
                  <a:pt x="2325894" y="1268960"/>
                </a:lnTo>
                <a:lnTo>
                  <a:pt x="2325894" y="1292061"/>
                </a:lnTo>
                <a:lnTo>
                  <a:pt x="2178378" y="1284588"/>
                </a:lnTo>
                <a:cubicBezTo>
                  <a:pt x="1547742" y="1220351"/>
                  <a:pt x="1035844" y="748879"/>
                  <a:pt x="910550" y="138199"/>
                </a:cubicBezTo>
                <a:close/>
                <a:moveTo>
                  <a:pt x="761929" y="0"/>
                </a:moveTo>
                <a:lnTo>
                  <a:pt x="785032" y="0"/>
                </a:lnTo>
                <a:lnTo>
                  <a:pt x="785312" y="5523"/>
                </a:lnTo>
                <a:cubicBezTo>
                  <a:pt x="859466" y="733364"/>
                  <a:pt x="1439889" y="1313736"/>
                  <a:pt x="2167790" y="1387884"/>
                </a:cubicBezTo>
                <a:lnTo>
                  <a:pt x="2325894" y="1395894"/>
                </a:lnTo>
                <a:lnTo>
                  <a:pt x="2325894" y="1418995"/>
                </a:lnTo>
                <a:lnTo>
                  <a:pt x="2165434" y="1410866"/>
                </a:lnTo>
                <a:cubicBezTo>
                  <a:pt x="1426685" y="1335609"/>
                  <a:pt x="837591" y="746563"/>
                  <a:pt x="762328" y="7877"/>
                </a:cubicBezTo>
                <a:close/>
                <a:moveTo>
                  <a:pt x="634980" y="0"/>
                </a:moveTo>
                <a:lnTo>
                  <a:pt x="658083" y="0"/>
                </a:lnTo>
                <a:lnTo>
                  <a:pt x="659019" y="18476"/>
                </a:lnTo>
                <a:cubicBezTo>
                  <a:pt x="739252" y="805990"/>
                  <a:pt x="1367247" y="1433931"/>
                  <a:pt x="2154827" y="1514157"/>
                </a:cubicBezTo>
                <a:lnTo>
                  <a:pt x="2325894" y="1522823"/>
                </a:lnTo>
                <a:lnTo>
                  <a:pt x="2325894" y="1545924"/>
                </a:lnTo>
                <a:lnTo>
                  <a:pt x="2152472" y="1537138"/>
                </a:lnTo>
                <a:cubicBezTo>
                  <a:pt x="1354048" y="1455804"/>
                  <a:pt x="717377" y="819188"/>
                  <a:pt x="636036" y="20831"/>
                </a:cubicBezTo>
                <a:close/>
                <a:moveTo>
                  <a:pt x="507911" y="0"/>
                </a:moveTo>
                <a:lnTo>
                  <a:pt x="531128" y="0"/>
                </a:lnTo>
                <a:lnTo>
                  <a:pt x="532727" y="31559"/>
                </a:lnTo>
                <a:cubicBezTo>
                  <a:pt x="619037" y="878744"/>
                  <a:pt x="1294606" y="1554259"/>
                  <a:pt x="2141864" y="1640562"/>
                </a:cubicBezTo>
                <a:lnTo>
                  <a:pt x="2325894" y="1649885"/>
                </a:lnTo>
                <a:lnTo>
                  <a:pt x="2325894" y="1672981"/>
                </a:lnTo>
                <a:lnTo>
                  <a:pt x="2139488" y="1663539"/>
                </a:lnTo>
                <a:cubicBezTo>
                  <a:pt x="1281294" y="1576127"/>
                  <a:pt x="597044" y="891939"/>
                  <a:pt x="509624" y="33818"/>
                </a:cubicBezTo>
                <a:close/>
                <a:moveTo>
                  <a:pt x="380961" y="0"/>
                </a:moveTo>
                <a:lnTo>
                  <a:pt x="404065" y="0"/>
                </a:lnTo>
                <a:lnTo>
                  <a:pt x="406316" y="44437"/>
                </a:lnTo>
                <a:cubicBezTo>
                  <a:pt x="498717" y="951387"/>
                  <a:pt x="1221951" y="1674473"/>
                  <a:pt x="2128900" y="1766854"/>
                </a:cubicBezTo>
                <a:lnTo>
                  <a:pt x="2325894" y="1776833"/>
                </a:lnTo>
                <a:lnTo>
                  <a:pt x="2325894" y="1799934"/>
                </a:lnTo>
                <a:lnTo>
                  <a:pt x="2126525" y="1789835"/>
                </a:lnTo>
                <a:cubicBezTo>
                  <a:pt x="1208653" y="1696346"/>
                  <a:pt x="476829" y="964585"/>
                  <a:pt x="383332" y="46792"/>
                </a:cubicBezTo>
                <a:close/>
                <a:moveTo>
                  <a:pt x="254013" y="0"/>
                </a:moveTo>
                <a:lnTo>
                  <a:pt x="277116" y="0"/>
                </a:lnTo>
                <a:lnTo>
                  <a:pt x="280023" y="57371"/>
                </a:lnTo>
                <a:cubicBezTo>
                  <a:pt x="378489" y="1023914"/>
                  <a:pt x="1149211" y="1794655"/>
                  <a:pt x="2115917" y="1893125"/>
                </a:cubicBezTo>
                <a:lnTo>
                  <a:pt x="2325894" y="1903762"/>
                </a:lnTo>
                <a:lnTo>
                  <a:pt x="2325894" y="1926863"/>
                </a:lnTo>
                <a:lnTo>
                  <a:pt x="2113563" y="1916107"/>
                </a:lnTo>
                <a:cubicBezTo>
                  <a:pt x="1136012" y="1816541"/>
                  <a:pt x="356615" y="1037211"/>
                  <a:pt x="257040" y="59745"/>
                </a:cubicBezTo>
                <a:close/>
                <a:moveTo>
                  <a:pt x="126949" y="0"/>
                </a:moveTo>
                <a:lnTo>
                  <a:pt x="150160" y="0"/>
                </a:lnTo>
                <a:lnTo>
                  <a:pt x="153729" y="70454"/>
                </a:lnTo>
                <a:cubicBezTo>
                  <a:pt x="258274" y="1096671"/>
                  <a:pt x="1076570" y="1914983"/>
                  <a:pt x="2102955" y="2019530"/>
                </a:cubicBezTo>
                <a:lnTo>
                  <a:pt x="2325894" y="2030824"/>
                </a:lnTo>
                <a:lnTo>
                  <a:pt x="2325894" y="2053925"/>
                </a:lnTo>
                <a:lnTo>
                  <a:pt x="2100598" y="2042512"/>
                </a:lnTo>
                <a:cubicBezTo>
                  <a:pt x="1063358" y="1936856"/>
                  <a:pt x="236298" y="1109866"/>
                  <a:pt x="130633" y="72714"/>
                </a:cubicBezTo>
                <a:close/>
                <a:moveTo>
                  <a:pt x="0" y="0"/>
                </a:moveTo>
                <a:lnTo>
                  <a:pt x="23103" y="0"/>
                </a:lnTo>
                <a:lnTo>
                  <a:pt x="27324" y="83311"/>
                </a:lnTo>
                <a:cubicBezTo>
                  <a:pt x="137958" y="1169290"/>
                  <a:pt x="1003916" y="2035178"/>
                  <a:pt x="2089991" y="2145803"/>
                </a:cubicBezTo>
                <a:lnTo>
                  <a:pt x="2325894" y="2157753"/>
                </a:lnTo>
                <a:lnTo>
                  <a:pt x="2325894" y="2180854"/>
                </a:lnTo>
                <a:lnTo>
                  <a:pt x="2087636" y="2168784"/>
                </a:lnTo>
                <a:cubicBezTo>
                  <a:pt x="990717" y="2057051"/>
                  <a:pt x="116084" y="1182492"/>
                  <a:pt x="4341" y="85667"/>
                </a:cubicBezTo>
                <a:close/>
              </a:path>
            </a:pathLst>
          </a:custGeom>
          <a:solidFill>
            <a:srgbClr val="E6F0FE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5904" y="2825496"/>
            <a:ext cx="10680192" cy="2834640"/>
          </a:xfrm>
        </p:spPr>
        <p:txBody>
          <a:bodyPr>
            <a:no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571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89120" y="2395728"/>
            <a:ext cx="7013448" cy="1627632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defRPr sz="33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7" name="Text Placeholder 54">
            <a:extLst>
              <a:ext uri="{FF2B5EF4-FFF2-40B4-BE49-F238E27FC236}">
                <a16:creationId xmlns:a16="http://schemas.microsoft.com/office/drawing/2014/main" id="{A493C80D-2813-9E70-8901-D4B9EA4DD7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11880" y="1984248"/>
            <a:ext cx="768096" cy="1627632"/>
          </a:xfrm>
        </p:spPr>
        <p:txBody>
          <a:bodyPr lIns="91440" tIns="45720" rIns="91440" bIns="54864">
            <a:noAutofit/>
          </a:bodyPr>
          <a:lstStyle>
            <a:lvl1pPr marL="0" indent="0">
              <a:buNone/>
              <a:defRPr sz="10000" b="1"/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A2733C45-7C53-2BC5-3F62-D069650A79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89120" y="4308475"/>
            <a:ext cx="3932238" cy="5889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54">
            <a:extLst>
              <a:ext uri="{FF2B5EF4-FFF2-40B4-BE49-F238E27FC236}">
                <a16:creationId xmlns:a16="http://schemas.microsoft.com/office/drawing/2014/main" id="{B1D62231-87CB-21EC-CF8C-46276AD1F9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00616" y="3209544"/>
            <a:ext cx="768096" cy="1627632"/>
          </a:xfrm>
        </p:spPr>
        <p:txBody>
          <a:bodyPr lIns="91440" tIns="45720" rIns="91440" bIns="54864">
            <a:noAutofit/>
          </a:bodyPr>
          <a:lstStyle>
            <a:lvl1pPr marL="0" indent="0">
              <a:buNone/>
              <a:defRPr sz="10000" b="1"/>
            </a:lvl1pPr>
          </a:lstStyle>
          <a:p>
            <a:pPr lvl="0"/>
            <a:r>
              <a:rPr lang="en-US" dirty="0"/>
              <a:t>”</a:t>
            </a:r>
          </a:p>
        </p:txBody>
      </p:sp>
      <p:sp>
        <p:nvSpPr>
          <p:cNvPr id="32" name="Image 1" descr="preencoded.png">
            <a:extLst>
              <a:ext uri="{FF2B5EF4-FFF2-40B4-BE49-F238E27FC236}">
                <a16:creationId xmlns:a16="http://schemas.microsoft.com/office/drawing/2014/main" id="{2A3EC91E-4089-D366-06D3-3E66F93DFAF3}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33" name="Image 4" descr="preencoded.png">
            <a:extLst>
              <a:ext uri="{FF2B5EF4-FFF2-40B4-BE49-F238E27FC236}">
                <a16:creationId xmlns:a16="http://schemas.microsoft.com/office/drawing/2014/main" id="{EC46DC71-C12A-96C8-3FE2-AA95AB58B349}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/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</a:extLst>
          </p:cNvPr>
          <p:cNvSpPr>
            <a:spLocks/>
          </p:cNvSpPr>
          <p:nvPr userDrawn="1"/>
        </p:nvSpPr>
        <p:spPr bwMode="auto">
          <a:xfrm flipH="1">
            <a:off x="2535251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CC43996-DAC9-130F-CB05-4A8A90381D37}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04E8AF-9DFE-7077-DB36-941F6490B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B58B80-D2DB-A0A1-0362-1157E9087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2C22E6-000A-05BA-5872-EF37F029A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AAAFB85-16C0-836A-1D0D-E65277CC341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8905" y="2392023"/>
            <a:ext cx="2596896" cy="2596896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B04BFFD-8D76-D31F-232F-38A7065ACAF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58905" y="4989515"/>
            <a:ext cx="2598737" cy="1109662"/>
          </a:xfrm>
          <a:solidFill>
            <a:schemeClr val="bg1"/>
          </a:solidFill>
        </p:spPr>
        <p:txBody>
          <a:bodyPr lIns="0" tIns="274320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1" cap="all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5A2E03A-AFB4-3868-FAB5-A24228FA8A0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6885" y="5599755"/>
            <a:ext cx="2283472" cy="365125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3" name="Picture Placeholder 16">
            <a:extLst>
              <a:ext uri="{FF2B5EF4-FFF2-40B4-BE49-F238E27FC236}">
                <a16:creationId xmlns:a16="http://schemas.microsoft.com/office/drawing/2014/main" id="{FBADCD1B-D9E0-EA12-0DD5-22E5C60E5D6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517361" y="2392619"/>
            <a:ext cx="2596896" cy="2596896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AD33972D-9092-4B3C-A699-07849068AF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16747" y="4990111"/>
            <a:ext cx="2598737" cy="1109662"/>
          </a:xfrm>
          <a:solidFill>
            <a:schemeClr val="bg1"/>
          </a:solidFill>
        </p:spPr>
        <p:txBody>
          <a:bodyPr lIns="0" tIns="274320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1" cap="all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4" name="Text Placeholder 20">
            <a:extLst>
              <a:ext uri="{FF2B5EF4-FFF2-40B4-BE49-F238E27FC236}">
                <a16:creationId xmlns:a16="http://schemas.microsoft.com/office/drawing/2014/main" id="{B54F15B1-EAC3-0113-6737-C64480876C5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74073" y="5600351"/>
            <a:ext cx="2283472" cy="365125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6" name="Picture Placeholder 16">
            <a:extLst>
              <a:ext uri="{FF2B5EF4-FFF2-40B4-BE49-F238E27FC236}">
                <a16:creationId xmlns:a16="http://schemas.microsoft.com/office/drawing/2014/main" id="{FCEED0A5-9A71-D54A-91FC-264BD71DDE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275817" y="2393215"/>
            <a:ext cx="2596896" cy="2596896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F44A0C74-A714-A8C2-69D2-74CAD68037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74589" y="4990707"/>
            <a:ext cx="2598737" cy="1109662"/>
          </a:xfrm>
          <a:solidFill>
            <a:schemeClr val="bg1"/>
          </a:solidFill>
        </p:spPr>
        <p:txBody>
          <a:bodyPr lIns="0" tIns="274320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1" cap="all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7" name="Text Placeholder 20">
            <a:extLst>
              <a:ext uri="{FF2B5EF4-FFF2-40B4-BE49-F238E27FC236}">
                <a16:creationId xmlns:a16="http://schemas.microsoft.com/office/drawing/2014/main" id="{552F4682-3F02-2A70-A285-FB2D1822A4D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32529" y="5600947"/>
            <a:ext cx="2283472" cy="365125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9" name="Picture Placeholder 16">
            <a:extLst>
              <a:ext uri="{FF2B5EF4-FFF2-40B4-BE49-F238E27FC236}">
                <a16:creationId xmlns:a16="http://schemas.microsoft.com/office/drawing/2014/main" id="{4F0F5D16-7316-B120-F378-E3D492FEEB9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34272" y="2393215"/>
            <a:ext cx="2596896" cy="2596896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8" name="Text Placeholder 18">
            <a:extLst>
              <a:ext uri="{FF2B5EF4-FFF2-40B4-BE49-F238E27FC236}">
                <a16:creationId xmlns:a16="http://schemas.microsoft.com/office/drawing/2014/main" id="{47AC9724-9FC2-62FA-0DE7-3F9FE9B67A3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32431" y="4990707"/>
            <a:ext cx="2598737" cy="1109662"/>
          </a:xfrm>
          <a:solidFill>
            <a:schemeClr val="bg1"/>
          </a:solidFill>
        </p:spPr>
        <p:txBody>
          <a:bodyPr lIns="0" tIns="274320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1" cap="all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0" name="Text Placeholder 20">
            <a:extLst>
              <a:ext uri="{FF2B5EF4-FFF2-40B4-BE49-F238E27FC236}">
                <a16:creationId xmlns:a16="http://schemas.microsoft.com/office/drawing/2014/main" id="{114EE337-FC29-F325-E528-A3F809B28B5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90984" y="5600947"/>
            <a:ext cx="2283472" cy="365125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586653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4E8AF-9DFE-7077-DB36-941F6490B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539496"/>
            <a:ext cx="10671048" cy="768096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B58B80-D2DB-A0A1-0362-1157E9087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2C22E6-000A-05BA-5872-EF37F029A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AAAFB85-16C0-836A-1D0D-E65277CC341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271016" y="1545336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B04BFFD-8D76-D31F-232F-38A7065ACAF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71016" y="3191256"/>
            <a:ext cx="2029968" cy="694944"/>
          </a:xfrm>
          <a:solidFill>
            <a:schemeClr val="accent4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5A2E03A-AFB4-3868-FAB5-A24228FA8A0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71016" y="3616960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0" name="Picture Placeholder 16">
            <a:extLst>
              <a:ext uri="{FF2B5EF4-FFF2-40B4-BE49-F238E27FC236}">
                <a16:creationId xmlns:a16="http://schemas.microsoft.com/office/drawing/2014/main" id="{BB749B9A-080F-37C0-08E6-909A5DA554D4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271016" y="4144264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C4C7516E-0853-87BE-108B-697DD8E0DA7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271016" y="5790184"/>
            <a:ext cx="2029968" cy="694944"/>
          </a:xfrm>
          <a:solidFill>
            <a:schemeClr val="accent1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5" name="Text Placeholder 20">
            <a:extLst>
              <a:ext uri="{FF2B5EF4-FFF2-40B4-BE49-F238E27FC236}">
                <a16:creationId xmlns:a16="http://schemas.microsoft.com/office/drawing/2014/main" id="{FB1A74E1-7CEB-F501-F998-7361A20F734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271016" y="6215888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3" name="Picture Placeholder 16">
            <a:extLst>
              <a:ext uri="{FF2B5EF4-FFF2-40B4-BE49-F238E27FC236}">
                <a16:creationId xmlns:a16="http://schemas.microsoft.com/office/drawing/2014/main" id="{FBADCD1B-D9E0-EA12-0DD5-22E5C60E5D6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828288" y="1545336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AD33972D-9092-4B3C-A699-07849068AF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28288" y="3191256"/>
            <a:ext cx="2029968" cy="694944"/>
          </a:xfrm>
          <a:solidFill>
            <a:schemeClr val="accent1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4" name="Text Placeholder 20">
            <a:extLst>
              <a:ext uri="{FF2B5EF4-FFF2-40B4-BE49-F238E27FC236}">
                <a16:creationId xmlns:a16="http://schemas.microsoft.com/office/drawing/2014/main" id="{B54F15B1-EAC3-0113-6737-C64480876C5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828288" y="3616960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1" name="Picture Placeholder 16">
            <a:extLst>
              <a:ext uri="{FF2B5EF4-FFF2-40B4-BE49-F238E27FC236}">
                <a16:creationId xmlns:a16="http://schemas.microsoft.com/office/drawing/2014/main" id="{B5D5100A-3D51-45DB-3A84-9E7FB85261E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3828288" y="4144264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B775B771-678A-D917-7FE0-5DA7A23CCE2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28288" y="5790184"/>
            <a:ext cx="2029968" cy="694944"/>
          </a:xfrm>
          <a:solidFill>
            <a:schemeClr val="accent4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8" name="Text Placeholder 20">
            <a:extLst>
              <a:ext uri="{FF2B5EF4-FFF2-40B4-BE49-F238E27FC236}">
                <a16:creationId xmlns:a16="http://schemas.microsoft.com/office/drawing/2014/main" id="{AA2B9540-B92A-AD9C-C01A-B08A98BF845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828288" y="6215888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6" name="Picture Placeholder 16">
            <a:extLst>
              <a:ext uri="{FF2B5EF4-FFF2-40B4-BE49-F238E27FC236}">
                <a16:creationId xmlns:a16="http://schemas.microsoft.com/office/drawing/2014/main" id="{FCEED0A5-9A71-D54A-91FC-264BD71DDE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385560" y="1545336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F44A0C74-A714-A8C2-69D2-74CAD68037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85560" y="3191256"/>
            <a:ext cx="2029968" cy="694944"/>
          </a:xfrm>
          <a:solidFill>
            <a:schemeClr val="accent4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7" name="Text Placeholder 20">
            <a:extLst>
              <a:ext uri="{FF2B5EF4-FFF2-40B4-BE49-F238E27FC236}">
                <a16:creationId xmlns:a16="http://schemas.microsoft.com/office/drawing/2014/main" id="{552F4682-3F02-2A70-A285-FB2D1822A4D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85560" y="3616960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2" name="Picture Placeholder 16">
            <a:extLst>
              <a:ext uri="{FF2B5EF4-FFF2-40B4-BE49-F238E27FC236}">
                <a16:creationId xmlns:a16="http://schemas.microsoft.com/office/drawing/2014/main" id="{3D2AAC25-9404-1F6F-200C-5660F4995858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385560" y="4144264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AE4677E1-AC1B-AB9C-5E0C-794903DD1CE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385560" y="5790184"/>
            <a:ext cx="2029968" cy="694944"/>
          </a:xfrm>
          <a:solidFill>
            <a:schemeClr val="accent1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1" name="Text Placeholder 20">
            <a:extLst>
              <a:ext uri="{FF2B5EF4-FFF2-40B4-BE49-F238E27FC236}">
                <a16:creationId xmlns:a16="http://schemas.microsoft.com/office/drawing/2014/main" id="{826BBF6C-7198-3C15-CDCB-E72B08709C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85560" y="6215888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9" name="Picture Placeholder 16">
            <a:extLst>
              <a:ext uri="{FF2B5EF4-FFF2-40B4-BE49-F238E27FC236}">
                <a16:creationId xmlns:a16="http://schemas.microsoft.com/office/drawing/2014/main" id="{4F0F5D16-7316-B120-F378-E3D492FEEB9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942832" y="1545336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8" name="Text Placeholder 18">
            <a:extLst>
              <a:ext uri="{FF2B5EF4-FFF2-40B4-BE49-F238E27FC236}">
                <a16:creationId xmlns:a16="http://schemas.microsoft.com/office/drawing/2014/main" id="{47AC9724-9FC2-62FA-0DE7-3F9FE9B67A3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42832" y="3191256"/>
            <a:ext cx="2029968" cy="694944"/>
          </a:xfrm>
          <a:solidFill>
            <a:schemeClr val="accent1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0" name="Text Placeholder 20">
            <a:extLst>
              <a:ext uri="{FF2B5EF4-FFF2-40B4-BE49-F238E27FC236}">
                <a16:creationId xmlns:a16="http://schemas.microsoft.com/office/drawing/2014/main" id="{114EE337-FC29-F325-E528-A3F809B28B5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42832" y="3616960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3" name="Picture Placeholder 16">
            <a:extLst>
              <a:ext uri="{FF2B5EF4-FFF2-40B4-BE49-F238E27FC236}">
                <a16:creationId xmlns:a16="http://schemas.microsoft.com/office/drawing/2014/main" id="{90CBAA5D-3D9B-0CB5-E527-996433638BE3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8942832" y="4144264"/>
            <a:ext cx="2029968" cy="1828800"/>
          </a:xfr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5B47333C-2F5E-FA7D-5DD1-191E0F421B6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42832" y="5790184"/>
            <a:ext cx="2029968" cy="694944"/>
          </a:xfrm>
          <a:solidFill>
            <a:schemeClr val="accent4"/>
          </a:solidFill>
        </p:spPr>
        <p:txBody>
          <a:bodyPr lIns="0" tIns="155448" rIns="0" anchor="t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 cap="all" spc="2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3" name="Text Placeholder 20">
            <a:extLst>
              <a:ext uri="{FF2B5EF4-FFF2-40B4-BE49-F238E27FC236}">
                <a16:creationId xmlns:a16="http://schemas.microsoft.com/office/drawing/2014/main" id="{D0AA2AE2-5A11-76D4-4D9C-B6B24D1419D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942832" y="6215888"/>
            <a:ext cx="2029968" cy="182880"/>
          </a:xfrm>
        </p:spPr>
        <p:txBody>
          <a:bodyPr anchor="ctr">
            <a:noAutofit/>
          </a:bodyPr>
          <a:lstStyle>
            <a:lvl1pPr marL="0" indent="0" algn="ctr">
              <a:buNone/>
              <a:defRPr sz="1200" spc="20" baseline="0"/>
            </a:lvl1pPr>
          </a:lstStyle>
          <a:p>
            <a:pPr lvl="0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9007091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950ED98-B5D1-206C-403F-FA954F9D2CFF}"/>
              </a:ext>
            </a:extLst>
          </p:cNvPr>
          <p:cNvSpPr/>
          <p:nvPr userDrawn="1"/>
        </p:nvSpPr>
        <p:spPr>
          <a:xfrm>
            <a:off x="685338" y="3796480"/>
            <a:ext cx="2011680" cy="15179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8643CE-01D9-3E5E-15F6-20689F775F15}"/>
              </a:ext>
            </a:extLst>
          </p:cNvPr>
          <p:cNvSpPr/>
          <p:nvPr userDrawn="1"/>
        </p:nvSpPr>
        <p:spPr>
          <a:xfrm>
            <a:off x="2900911" y="3796480"/>
            <a:ext cx="2011680" cy="151790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AF82DDD-EDEC-7D87-F43A-113C5E4A4FE7}"/>
              </a:ext>
            </a:extLst>
          </p:cNvPr>
          <p:cNvSpPr/>
          <p:nvPr userDrawn="1"/>
        </p:nvSpPr>
        <p:spPr>
          <a:xfrm>
            <a:off x="5116484" y="3796480"/>
            <a:ext cx="2011680" cy="15179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7E492E-967F-54B7-55B1-08A5E1C3615B}"/>
              </a:ext>
            </a:extLst>
          </p:cNvPr>
          <p:cNvSpPr/>
          <p:nvPr userDrawn="1"/>
        </p:nvSpPr>
        <p:spPr>
          <a:xfrm>
            <a:off x="9547629" y="3796480"/>
            <a:ext cx="2011680" cy="15179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C0053FE-E44A-CA97-F782-67FC633E722E}"/>
              </a:ext>
            </a:extLst>
          </p:cNvPr>
          <p:cNvSpPr/>
          <p:nvPr userDrawn="1"/>
        </p:nvSpPr>
        <p:spPr>
          <a:xfrm>
            <a:off x="7332057" y="3796480"/>
            <a:ext cx="2011680" cy="151790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445A0A-815D-3414-088B-C041E6742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841248"/>
            <a:ext cx="10671048" cy="768096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7B5E29-6335-83BC-FA01-FAE422D26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476D1-B61A-E9FD-E266-768B405CC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C025625F-8274-840F-6DD8-D36687CB8F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338" y="2491684"/>
            <a:ext cx="2011680" cy="2825173"/>
          </a:xfrm>
          <a:noFill/>
          <a:ln w="12700">
            <a:solidFill>
              <a:schemeClr val="accent1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Picture Placeholder 62">
            <a:extLst>
              <a:ext uri="{FF2B5EF4-FFF2-40B4-BE49-F238E27FC236}">
                <a16:creationId xmlns:a16="http://schemas.microsoft.com/office/drawing/2014/main" id="{2F18FBB7-2D21-7954-1324-C7D3BFE5C85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339134" y="2111058"/>
            <a:ext cx="704088" cy="704088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2EF54C35-5F8E-4E0A-AB4D-97E38121910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31058" y="3888404"/>
            <a:ext cx="1920240" cy="1371600"/>
          </a:xfrm>
          <a:noFill/>
          <a:ln>
            <a:noFill/>
          </a:ln>
        </p:spPr>
        <p:txBody>
          <a:bodyPr lIns="91440" rIns="9144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4">
            <a:extLst>
              <a:ext uri="{FF2B5EF4-FFF2-40B4-BE49-F238E27FC236}">
                <a16:creationId xmlns:a16="http://schemas.microsoft.com/office/drawing/2014/main" id="{79F9AD31-B0C5-3563-C73A-8B6297FCFD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900910" y="2491684"/>
            <a:ext cx="2011680" cy="2825173"/>
          </a:xfrm>
          <a:noFill/>
          <a:ln w="12700">
            <a:solidFill>
              <a:schemeClr val="accent3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Picture Placeholder 62">
            <a:extLst>
              <a:ext uri="{FF2B5EF4-FFF2-40B4-BE49-F238E27FC236}">
                <a16:creationId xmlns:a16="http://schemas.microsoft.com/office/drawing/2014/main" id="{05E8E8EF-4954-870B-04E5-82BC660A6738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554707" y="2111058"/>
            <a:ext cx="704088" cy="704088"/>
          </a:xfrm>
          <a:prstGeom prst="ellipse">
            <a:avLst/>
          </a:prstGeom>
          <a:solidFill>
            <a:schemeClr val="accent3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8" name="Text Placeholder 51">
            <a:extLst>
              <a:ext uri="{FF2B5EF4-FFF2-40B4-BE49-F238E27FC236}">
                <a16:creationId xmlns:a16="http://schemas.microsoft.com/office/drawing/2014/main" id="{75981CD1-EA26-D1CF-F19E-B58C16BA8A6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946630" y="3888404"/>
            <a:ext cx="1920240" cy="1371600"/>
          </a:xfrm>
          <a:noFill/>
          <a:ln>
            <a:noFill/>
          </a:ln>
        </p:spPr>
        <p:txBody>
          <a:bodyPr lIns="91440" rIns="9144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3A09BBD1-5CBC-B0EF-71C0-054FCB989BC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16484" y="2491684"/>
            <a:ext cx="2011680" cy="2825173"/>
          </a:xfrm>
          <a:noFill/>
          <a:ln w="12700">
            <a:solidFill>
              <a:schemeClr val="accent1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Picture Placeholder 62">
            <a:extLst>
              <a:ext uri="{FF2B5EF4-FFF2-40B4-BE49-F238E27FC236}">
                <a16:creationId xmlns:a16="http://schemas.microsoft.com/office/drawing/2014/main" id="{4AD0C8C9-DB5A-6DC8-2729-A21F1A5CF174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770280" y="2111058"/>
            <a:ext cx="704088" cy="704088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9" name="Text Placeholder 51">
            <a:extLst>
              <a:ext uri="{FF2B5EF4-FFF2-40B4-BE49-F238E27FC236}">
                <a16:creationId xmlns:a16="http://schemas.microsoft.com/office/drawing/2014/main" id="{F02DE2DC-F65C-32A5-5821-89FB2F53C32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162204" y="3888404"/>
            <a:ext cx="1920240" cy="1371600"/>
          </a:xfrm>
          <a:noFill/>
          <a:ln>
            <a:noFill/>
          </a:ln>
        </p:spPr>
        <p:txBody>
          <a:bodyPr lIns="91440" rIns="9144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4">
            <a:extLst>
              <a:ext uri="{FF2B5EF4-FFF2-40B4-BE49-F238E27FC236}">
                <a16:creationId xmlns:a16="http://schemas.microsoft.com/office/drawing/2014/main" id="{084A0326-A0B8-1723-B8BA-B015344F2D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332057" y="2491684"/>
            <a:ext cx="2011680" cy="2825173"/>
          </a:xfrm>
          <a:noFill/>
          <a:ln w="12700">
            <a:solidFill>
              <a:schemeClr val="accent3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Picture Placeholder 62">
            <a:extLst>
              <a:ext uri="{FF2B5EF4-FFF2-40B4-BE49-F238E27FC236}">
                <a16:creationId xmlns:a16="http://schemas.microsoft.com/office/drawing/2014/main" id="{139354A0-F5DF-3AC5-5E8B-A41146C26F3C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985853" y="2111058"/>
            <a:ext cx="704088" cy="704088"/>
          </a:xfrm>
          <a:prstGeom prst="ellipse">
            <a:avLst/>
          </a:prstGeom>
          <a:solidFill>
            <a:schemeClr val="accent3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0" name="Text Placeholder 51">
            <a:extLst>
              <a:ext uri="{FF2B5EF4-FFF2-40B4-BE49-F238E27FC236}">
                <a16:creationId xmlns:a16="http://schemas.microsoft.com/office/drawing/2014/main" id="{E9730E82-F317-686A-8777-D81705BCC70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7777" y="3888404"/>
            <a:ext cx="1920240" cy="1371600"/>
          </a:xfrm>
          <a:noFill/>
          <a:ln>
            <a:noFill/>
          </a:ln>
        </p:spPr>
        <p:txBody>
          <a:bodyPr lIns="91440" rIns="9144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4">
            <a:extLst>
              <a:ext uri="{FF2B5EF4-FFF2-40B4-BE49-F238E27FC236}">
                <a16:creationId xmlns:a16="http://schemas.microsoft.com/office/drawing/2014/main" id="{0E3B57F3-1903-446F-D989-D6CA342D08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547629" y="2491684"/>
            <a:ext cx="2011680" cy="2825173"/>
          </a:xfrm>
          <a:noFill/>
          <a:ln w="12700">
            <a:solidFill>
              <a:schemeClr val="accent1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Picture Placeholder 62">
            <a:extLst>
              <a:ext uri="{FF2B5EF4-FFF2-40B4-BE49-F238E27FC236}">
                <a16:creationId xmlns:a16="http://schemas.microsoft.com/office/drawing/2014/main" id="{D5BF3A8A-72F1-392E-855B-5B36E244A7F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0201425" y="2111058"/>
            <a:ext cx="704088" cy="704088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1" name="Text Placeholder 51">
            <a:extLst>
              <a:ext uri="{FF2B5EF4-FFF2-40B4-BE49-F238E27FC236}">
                <a16:creationId xmlns:a16="http://schemas.microsoft.com/office/drawing/2014/main" id="{2AED5DDC-3165-FA12-0310-E3545223E29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593349" y="3888404"/>
            <a:ext cx="1920240" cy="1371600"/>
          </a:xfrm>
          <a:noFill/>
          <a:ln>
            <a:noFill/>
          </a:ln>
        </p:spPr>
        <p:txBody>
          <a:bodyPr lIns="91440" rIns="9144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725162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2DECB02-D9CE-E57A-0604-BFF41EC38AFA}"/>
              </a:ext>
            </a:extLst>
          </p:cNvPr>
          <p:cNvSpPr/>
          <p:nvPr userDrawn="1"/>
        </p:nvSpPr>
        <p:spPr>
          <a:xfrm>
            <a:off x="0" y="0"/>
            <a:ext cx="2838450" cy="2857958"/>
          </a:xfrm>
          <a:custGeom>
            <a:avLst/>
            <a:gdLst>
              <a:gd name="connsiteX0" fmla="*/ 1971005 w 2838450"/>
              <a:gd name="connsiteY0" fmla="*/ 0 h 2857958"/>
              <a:gd name="connsiteX1" fmla="*/ 2838450 w 2838450"/>
              <a:gd name="connsiteY1" fmla="*/ 0 h 2857958"/>
              <a:gd name="connsiteX2" fmla="*/ 2838450 w 2838450"/>
              <a:gd name="connsiteY2" fmla="*/ 7240 h 2857958"/>
              <a:gd name="connsiteX3" fmla="*/ 278890 w 2838450"/>
              <a:gd name="connsiteY3" fmla="*/ 2843883 h 2857958"/>
              <a:gd name="connsiteX4" fmla="*/ 0 w 2838450"/>
              <a:gd name="connsiteY4" fmla="*/ 2857958 h 2857958"/>
              <a:gd name="connsiteX5" fmla="*/ 0 w 2838450"/>
              <a:gd name="connsiteY5" fmla="*/ 1990580 h 2857958"/>
              <a:gd name="connsiteX6" fmla="*/ 190293 w 2838450"/>
              <a:gd name="connsiteY6" fmla="*/ 1980883 h 2857958"/>
              <a:gd name="connsiteX7" fmla="*/ 1960910 w 2838450"/>
              <a:gd name="connsiteY7" fmla="*/ 200390 h 2857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838450" h="2857958">
                <a:moveTo>
                  <a:pt x="1971005" y="0"/>
                </a:moveTo>
                <a:lnTo>
                  <a:pt x="2838450" y="0"/>
                </a:lnTo>
                <a:lnTo>
                  <a:pt x="2838450" y="7240"/>
                </a:lnTo>
                <a:cubicBezTo>
                  <a:pt x="2838450" y="1484015"/>
                  <a:pt x="1716931" y="2697914"/>
                  <a:pt x="278890" y="2843883"/>
                </a:cubicBezTo>
                <a:lnTo>
                  <a:pt x="0" y="2857958"/>
                </a:lnTo>
                <a:lnTo>
                  <a:pt x="0" y="1990580"/>
                </a:lnTo>
                <a:lnTo>
                  <a:pt x="190293" y="1980883"/>
                </a:lnTo>
                <a:cubicBezTo>
                  <a:pt x="1124600" y="1885128"/>
                  <a:pt x="1866185" y="1135788"/>
                  <a:pt x="1960910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8E760EA-7D83-1DF2-A8EE-4F218084E74F}"/>
              </a:ext>
            </a:extLst>
          </p:cNvPr>
          <p:cNvSpPr/>
          <p:nvPr userDrawn="1"/>
        </p:nvSpPr>
        <p:spPr>
          <a:xfrm>
            <a:off x="1" y="-1"/>
            <a:ext cx="1970627" cy="1990267"/>
          </a:xfrm>
          <a:custGeom>
            <a:avLst/>
            <a:gdLst>
              <a:gd name="connsiteX0" fmla="*/ 0 w 1970627"/>
              <a:gd name="connsiteY0" fmla="*/ 0 h 1990267"/>
              <a:gd name="connsiteX1" fmla="*/ 1970627 w 1970627"/>
              <a:gd name="connsiteY1" fmla="*/ 0 h 1990267"/>
              <a:gd name="connsiteX2" fmla="*/ 1960534 w 1970627"/>
              <a:gd name="connsiteY2" fmla="*/ 200357 h 1990267"/>
              <a:gd name="connsiteX3" fmla="*/ 190254 w 1970627"/>
              <a:gd name="connsiteY3" fmla="*/ 1980571 h 1990267"/>
              <a:gd name="connsiteX4" fmla="*/ 0 w 1970627"/>
              <a:gd name="connsiteY4" fmla="*/ 1990267 h 199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70627" h="1990267">
                <a:moveTo>
                  <a:pt x="0" y="0"/>
                </a:moveTo>
                <a:lnTo>
                  <a:pt x="1970627" y="0"/>
                </a:lnTo>
                <a:lnTo>
                  <a:pt x="1960534" y="200357"/>
                </a:lnTo>
                <a:cubicBezTo>
                  <a:pt x="1865827" y="1135608"/>
                  <a:pt x="1124383" y="1884831"/>
                  <a:pt x="190254" y="1980571"/>
                </a:cubicBezTo>
                <a:lnTo>
                  <a:pt x="0" y="1990267"/>
                </a:lnTo>
                <a:close/>
              </a:path>
            </a:pathLst>
          </a:custGeom>
          <a:solidFill>
            <a:srgbClr val="F5CDCE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F3F3353-78A1-F584-81A6-9513382DF18F}"/>
              </a:ext>
            </a:extLst>
          </p:cNvPr>
          <p:cNvSpPr/>
          <p:nvPr userDrawn="1"/>
        </p:nvSpPr>
        <p:spPr>
          <a:xfrm>
            <a:off x="1" y="1"/>
            <a:ext cx="1003449" cy="1013015"/>
          </a:xfrm>
          <a:custGeom>
            <a:avLst/>
            <a:gdLst>
              <a:gd name="connsiteX0" fmla="*/ 0 w 1003449"/>
              <a:gd name="connsiteY0" fmla="*/ 0 h 1013015"/>
              <a:gd name="connsiteX1" fmla="*/ 1003449 w 1003449"/>
              <a:gd name="connsiteY1" fmla="*/ 0 h 1013015"/>
              <a:gd name="connsiteX2" fmla="*/ 998306 w 1003449"/>
              <a:gd name="connsiteY2" fmla="*/ 100639 h 1013015"/>
              <a:gd name="connsiteX3" fmla="*/ 90663 w 1003449"/>
              <a:gd name="connsiteY3" fmla="*/ 1008380 h 1013015"/>
              <a:gd name="connsiteX4" fmla="*/ 0 w 1003449"/>
              <a:gd name="connsiteY4" fmla="*/ 1013015 h 10130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03449" h="1013015">
                <a:moveTo>
                  <a:pt x="0" y="0"/>
                </a:moveTo>
                <a:lnTo>
                  <a:pt x="1003449" y="0"/>
                </a:lnTo>
                <a:lnTo>
                  <a:pt x="998306" y="100639"/>
                </a:lnTo>
                <a:cubicBezTo>
                  <a:pt x="949402" y="576784"/>
                  <a:pt x="566756" y="959471"/>
                  <a:pt x="90663" y="1008380"/>
                </a:cubicBezTo>
                <a:lnTo>
                  <a:pt x="0" y="101301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1A846E-CBB1-9805-456D-0C0B89091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0" name="Image 2" descr="preencoded.png">
            <a:extLst>
              <a:ext uri="{FF2B5EF4-FFF2-40B4-BE49-F238E27FC236}">
                <a16:creationId xmlns:a16="http://schemas.microsoft.com/office/drawing/2014/main" id="{790E862E-398F-571C-EC2C-3D17164DE059}"/>
              </a:ext>
            </a:extLst>
          </p:cNvPr>
          <p:cNvSpPr/>
          <p:nvPr/>
        </p:nvSpPr>
        <p:spPr>
          <a:xfrm>
            <a:off x="1458332" y="590133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AB1DF8DE-0EED-2627-4B5E-266C0BC276B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85338" y="3017520"/>
            <a:ext cx="1993392" cy="557784"/>
          </a:xfrm>
          <a:solidFill>
            <a:schemeClr val="accent3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MMM YYYY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5AE99EEE-38C4-CB2D-EEA0-8A2EB6F129E4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2900911" y="3017520"/>
            <a:ext cx="1993392" cy="557784"/>
          </a:xfrm>
          <a:solidFill>
            <a:schemeClr val="accent1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MMM YYYY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AA90F0AE-69F4-EBD3-AED1-81E98D3481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16484" y="3017520"/>
            <a:ext cx="1993392" cy="557784"/>
          </a:xfrm>
          <a:solidFill>
            <a:schemeClr val="accent3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MMM YYYY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9E49243-B04A-D7AF-B4C7-8E1AE776F81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32057" y="3017520"/>
            <a:ext cx="1993392" cy="557784"/>
          </a:xfrm>
          <a:solidFill>
            <a:schemeClr val="accent1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MMM YYYY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4780DCD4-46DE-8C31-9F39-FC6E45FC1EB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47629" y="3017520"/>
            <a:ext cx="1993392" cy="557784"/>
          </a:xfrm>
          <a:solidFill>
            <a:schemeClr val="accent3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MMM YYYY</a:t>
            </a:r>
          </a:p>
        </p:txBody>
      </p:sp>
      <p:sp>
        <p:nvSpPr>
          <p:cNvPr id="36" name="Text Placeholder 51">
            <a:extLst>
              <a:ext uri="{FF2B5EF4-FFF2-40B4-BE49-F238E27FC236}">
                <a16:creationId xmlns:a16="http://schemas.microsoft.com/office/drawing/2014/main" id="{9FBDF935-4925-03EC-CBC9-1EBA90DF849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85338" y="4745736"/>
            <a:ext cx="1993392" cy="795528"/>
          </a:xfrm>
          <a:noFill/>
        </p:spPr>
        <p:txBody>
          <a:bodyPr lIns="0" rIns="0" anchor="t" anchorCtr="0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51">
            <a:extLst>
              <a:ext uri="{FF2B5EF4-FFF2-40B4-BE49-F238E27FC236}">
                <a16:creationId xmlns:a16="http://schemas.microsoft.com/office/drawing/2014/main" id="{9BB76AA7-442D-54A7-D075-C67F4743896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900911" y="4745736"/>
            <a:ext cx="1993392" cy="795528"/>
          </a:xfrm>
          <a:noFill/>
        </p:spPr>
        <p:txBody>
          <a:bodyPr lIns="0" rIns="0" anchor="t" anchorCtr="0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1">
            <a:extLst>
              <a:ext uri="{FF2B5EF4-FFF2-40B4-BE49-F238E27FC236}">
                <a16:creationId xmlns:a16="http://schemas.microsoft.com/office/drawing/2014/main" id="{9E419856-1586-F2D8-A1B4-F67FEE9839D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116484" y="4745736"/>
            <a:ext cx="1993392" cy="795528"/>
          </a:xfrm>
          <a:noFill/>
        </p:spPr>
        <p:txBody>
          <a:bodyPr lIns="0" rIns="0" anchor="t" anchorCtr="0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51">
            <a:extLst>
              <a:ext uri="{FF2B5EF4-FFF2-40B4-BE49-F238E27FC236}">
                <a16:creationId xmlns:a16="http://schemas.microsoft.com/office/drawing/2014/main" id="{AED74DD2-EAE3-76BF-56B9-C04FCED1F2D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32057" y="4745736"/>
            <a:ext cx="1993392" cy="795528"/>
          </a:xfrm>
          <a:noFill/>
        </p:spPr>
        <p:txBody>
          <a:bodyPr lIns="0" rIns="0" anchor="t" anchorCtr="0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51">
            <a:extLst>
              <a:ext uri="{FF2B5EF4-FFF2-40B4-BE49-F238E27FC236}">
                <a16:creationId xmlns:a16="http://schemas.microsoft.com/office/drawing/2014/main" id="{0A39AD48-2F98-C0C9-DE08-CED7EBF816B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547629" y="4745736"/>
            <a:ext cx="1993392" cy="795528"/>
          </a:xfrm>
          <a:noFill/>
        </p:spPr>
        <p:txBody>
          <a:bodyPr lIns="0" rIns="0" anchor="t" anchorCtr="0">
            <a:noAutofit/>
          </a:bodyPr>
          <a:lstStyle>
            <a:lvl1pPr marL="0" indent="0" algn="ctr">
              <a:spcBef>
                <a:spcPts val="0"/>
              </a:spcBef>
              <a:buNone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6BE61D7-B0A3-902B-4F58-727982880EF5}"/>
              </a:ext>
            </a:extLst>
          </p:cNvPr>
          <p:cNvCxnSpPr>
            <a:cxnSpLocks/>
          </p:cNvCxnSpPr>
          <p:nvPr userDrawn="1"/>
        </p:nvCxnSpPr>
        <p:spPr>
          <a:xfrm>
            <a:off x="739398" y="4187681"/>
            <a:ext cx="10812360" cy="0"/>
          </a:xfrm>
          <a:prstGeom prst="line">
            <a:avLst/>
          </a:prstGeom>
          <a:ln w="127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0335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6784" y="1243584"/>
            <a:ext cx="8165592" cy="768096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Image 0" descr="preencoded.png">
            <a:extLst>
              <a:ext uri="{FF2B5EF4-FFF2-40B4-BE49-F238E27FC236}">
                <a16:creationId xmlns:a16="http://schemas.microsoft.com/office/drawing/2014/main" id="{CD2D664E-6702-6607-A37E-2E996144917C}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951C5737-DF7E-D671-AC74-9E488335BC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 descr="preencoded.png">
            <a:extLst>
              <a:ext uri="{FF2B5EF4-FFF2-40B4-BE49-F238E27FC236}">
                <a16:creationId xmlns:a16="http://schemas.microsoft.com/office/drawing/2014/main" id="{B9036D42-A06F-E6EE-BB91-8BAF045198BE}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 descr="preencoded.png">
            <a:extLst>
              <a:ext uri="{FF2B5EF4-FFF2-40B4-BE49-F238E27FC236}">
                <a16:creationId xmlns:a16="http://schemas.microsoft.com/office/drawing/2014/main" id="{86E0540C-3355-A50D-AC61-047B54B70C6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77640" y="2330704"/>
            <a:ext cx="3822192" cy="411480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1800" b="1" cap="all"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85032" y="2877312"/>
            <a:ext cx="3741928" cy="3684588"/>
          </a:xfrm>
        </p:spPr>
        <p:txBody>
          <a:bodyPr lIns="45720" rIns="45720" bIns="45720">
            <a:noAutofit/>
          </a:bodyPr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046720" y="2330704"/>
            <a:ext cx="3822192" cy="411480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1800" b="1" cap="all"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754112" y="2877312"/>
            <a:ext cx="3741928" cy="3684588"/>
          </a:xfrm>
        </p:spPr>
        <p:txBody>
          <a:bodyPr lIns="45720" rIns="45720" bIns="45720">
            <a:noAutofit/>
          </a:bodyPr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10313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45A0A-815D-3414-088B-C041E6742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234440"/>
            <a:ext cx="10671048" cy="768096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7B5E29-6335-83BC-FA01-FAE422D26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476D1-B61A-E9FD-E266-768B405CC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C025625F-8274-840F-6DD8-D36687CB8F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3232" y="2743200"/>
            <a:ext cx="3328416" cy="3557016"/>
          </a:xfrm>
          <a:noFill/>
          <a:ln w="12700">
            <a:solidFill>
              <a:schemeClr val="accent3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Picture Placeholder 62">
            <a:extLst>
              <a:ext uri="{FF2B5EF4-FFF2-40B4-BE49-F238E27FC236}">
                <a16:creationId xmlns:a16="http://schemas.microsoft.com/office/drawing/2014/main" id="{2F18FBB7-2D21-7954-1324-C7D3BFE5C85D}"/>
              </a:ext>
            </a:extLst>
          </p:cNvPr>
          <p:cNvSpPr>
            <a:spLocks noGrp="1" noChangeAspect="1"/>
          </p:cNvSpPr>
          <p:nvPr>
            <p:ph type="pic" sz="quarter" idx="23"/>
          </p:nvPr>
        </p:nvSpPr>
        <p:spPr>
          <a:xfrm>
            <a:off x="1911096" y="2258568"/>
            <a:ext cx="932688" cy="932688"/>
          </a:xfrm>
          <a:prstGeom prst="ellipse">
            <a:avLst/>
          </a:prstGeom>
          <a:solidFill>
            <a:schemeClr val="accent3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2EF54C35-5F8E-4E0A-AB4D-97E38121910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92124" y="3950208"/>
            <a:ext cx="2770632" cy="2206752"/>
          </a:xfrm>
          <a:noFill/>
        </p:spPr>
        <p:txBody>
          <a:bodyPr lIns="91440" rIns="91440" anchor="t">
            <a:noAutofit/>
          </a:bodyPr>
          <a:lstStyle>
            <a:lvl1pPr marL="347472" indent="-347472" algn="l">
              <a:spcBef>
                <a:spcPts val="360"/>
              </a:spcBef>
              <a:buFont typeface="Arial" panose="020B0604020202020204" pitchFamily="34" charset="0"/>
              <a:buChar char="•"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4">
            <a:extLst>
              <a:ext uri="{FF2B5EF4-FFF2-40B4-BE49-F238E27FC236}">
                <a16:creationId xmlns:a16="http://schemas.microsoft.com/office/drawing/2014/main" id="{084A0326-A0B8-1723-B8BA-B015344F2D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43984" y="2743200"/>
            <a:ext cx="3328416" cy="3557016"/>
          </a:xfrm>
          <a:noFill/>
          <a:ln w="12700">
            <a:solidFill>
              <a:schemeClr val="accent1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Picture Placeholder 62">
            <a:extLst>
              <a:ext uri="{FF2B5EF4-FFF2-40B4-BE49-F238E27FC236}">
                <a16:creationId xmlns:a16="http://schemas.microsoft.com/office/drawing/2014/main" id="{139354A0-F5DF-3AC5-5E8B-A41146C26F3C}"/>
              </a:ext>
            </a:extLst>
          </p:cNvPr>
          <p:cNvSpPr>
            <a:spLocks noGrp="1" noChangeAspect="1"/>
          </p:cNvSpPr>
          <p:nvPr>
            <p:ph type="pic" sz="quarter" idx="25"/>
          </p:nvPr>
        </p:nvSpPr>
        <p:spPr>
          <a:xfrm>
            <a:off x="5641848" y="2258568"/>
            <a:ext cx="932688" cy="932688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0" name="Text Placeholder 51">
            <a:extLst>
              <a:ext uri="{FF2B5EF4-FFF2-40B4-BE49-F238E27FC236}">
                <a16:creationId xmlns:a16="http://schemas.microsoft.com/office/drawing/2014/main" id="{E9730E82-F317-686A-8777-D81705BCC70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722876" y="3950208"/>
            <a:ext cx="2770632" cy="2206752"/>
          </a:xfrm>
          <a:noFill/>
        </p:spPr>
        <p:txBody>
          <a:bodyPr lIns="91440" rIns="91440" anchor="t">
            <a:noAutofit/>
          </a:bodyPr>
          <a:lstStyle>
            <a:lvl1pPr marL="347472" indent="-347472" algn="l">
              <a:spcBef>
                <a:spcPts val="360"/>
              </a:spcBef>
              <a:buFont typeface="Arial" panose="020B0604020202020204" pitchFamily="34" charset="0"/>
              <a:buChar char="•"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4">
            <a:extLst>
              <a:ext uri="{FF2B5EF4-FFF2-40B4-BE49-F238E27FC236}">
                <a16:creationId xmlns:a16="http://schemas.microsoft.com/office/drawing/2014/main" id="{0E3B57F3-1903-446F-D989-D6CA342D08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092440" y="2743200"/>
            <a:ext cx="3328416" cy="3557016"/>
          </a:xfrm>
          <a:noFill/>
          <a:ln w="12700">
            <a:solidFill>
              <a:schemeClr val="accent4"/>
            </a:solidFill>
          </a:ln>
        </p:spPr>
        <p:txBody>
          <a:bodyPr tIns="68580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1" cap="all" spc="0" baseline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Picture Placeholder 62">
            <a:extLst>
              <a:ext uri="{FF2B5EF4-FFF2-40B4-BE49-F238E27FC236}">
                <a16:creationId xmlns:a16="http://schemas.microsoft.com/office/drawing/2014/main" id="{D5BF3A8A-72F1-392E-855B-5B36E244A7FD}"/>
              </a:ext>
            </a:extLst>
          </p:cNvPr>
          <p:cNvSpPr>
            <a:spLocks noGrp="1" noChangeAspect="1"/>
          </p:cNvSpPr>
          <p:nvPr>
            <p:ph type="pic" sz="quarter" idx="24"/>
          </p:nvPr>
        </p:nvSpPr>
        <p:spPr>
          <a:xfrm>
            <a:off x="9290304" y="2258568"/>
            <a:ext cx="932688" cy="932688"/>
          </a:xfrm>
          <a:prstGeom prst="ellipse">
            <a:avLst/>
          </a:prstGeom>
          <a:solidFill>
            <a:schemeClr val="accent4"/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1" name="Text Placeholder 51">
            <a:extLst>
              <a:ext uri="{FF2B5EF4-FFF2-40B4-BE49-F238E27FC236}">
                <a16:creationId xmlns:a16="http://schemas.microsoft.com/office/drawing/2014/main" id="{2AED5DDC-3165-FA12-0310-E3545223E29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371332" y="3950208"/>
            <a:ext cx="2770632" cy="2206752"/>
          </a:xfrm>
          <a:noFill/>
        </p:spPr>
        <p:txBody>
          <a:bodyPr lIns="91440" rIns="91440" anchor="t">
            <a:noAutofit/>
          </a:bodyPr>
          <a:lstStyle>
            <a:lvl1pPr marL="347472" indent="-347472" algn="l">
              <a:spcBef>
                <a:spcPts val="360"/>
              </a:spcBef>
              <a:buFont typeface="Arial" panose="020B0604020202020204" pitchFamily="34" charset="0"/>
              <a:buChar char="•"/>
              <a:defRPr sz="15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689541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Image 2" descr="preencoded.png">
            <a:extLst>
              <a:ext uri="{FF2B5EF4-FFF2-40B4-BE49-F238E27FC236}">
                <a16:creationId xmlns:a16="http://schemas.microsoft.com/office/drawing/2014/main" id="{ABC388A2-FFC7-1A87-02FB-C97B50161FD3}"/>
              </a:ext>
            </a:extLst>
          </p:cNvPr>
          <p:cNvSpPr/>
          <p:nvPr/>
        </p:nvSpPr>
        <p:spPr>
          <a:xfrm>
            <a:off x="8758238" y="-14287"/>
            <a:ext cx="3433763" cy="3452812"/>
          </a:xfrm>
          <a:custGeom>
            <a:avLst/>
            <a:gdLst>
              <a:gd name="connsiteX0" fmla="*/ 3433763 w 3433763"/>
              <a:gd name="connsiteY0" fmla="*/ 0 h 3452812"/>
              <a:gd name="connsiteX1" fmla="*/ 3433763 w 3433763"/>
              <a:gd name="connsiteY1" fmla="*/ 3452813 h 3452812"/>
              <a:gd name="connsiteX2" fmla="*/ 0 w 3433763"/>
              <a:gd name="connsiteY2" fmla="*/ 3452813 h 3452812"/>
              <a:gd name="connsiteX3" fmla="*/ 3433763 w 3433763"/>
              <a:gd name="connsiteY3" fmla="*/ 0 h 34528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3763" h="3452812">
                <a:moveTo>
                  <a:pt x="3433763" y="0"/>
                </a:moveTo>
                <a:lnTo>
                  <a:pt x="3433763" y="3452813"/>
                </a:lnTo>
                <a:lnTo>
                  <a:pt x="0" y="3452813"/>
                </a:lnTo>
                <a:cubicBezTo>
                  <a:pt x="0" y="1545912"/>
                  <a:pt x="1537383" y="0"/>
                  <a:pt x="3433763" y="0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Image 3" descr="preencoded.png">
            <a:extLst>
              <a:ext uri="{FF2B5EF4-FFF2-40B4-BE49-F238E27FC236}">
                <a16:creationId xmlns:a16="http://schemas.microsoft.com/office/drawing/2014/main" id="{D64C4994-B525-F4C0-B74F-D5E8296DFC43}"/>
              </a:ext>
            </a:extLst>
          </p:cNvPr>
          <p:cNvSpPr/>
          <p:nvPr/>
        </p:nvSpPr>
        <p:spPr>
          <a:xfrm>
            <a:off x="8758238" y="3438525"/>
            <a:ext cx="3433763" cy="3433762"/>
          </a:xfrm>
          <a:custGeom>
            <a:avLst/>
            <a:gdLst>
              <a:gd name="connsiteX0" fmla="*/ 0 w 3433763"/>
              <a:gd name="connsiteY0" fmla="*/ 0 h 3433762"/>
              <a:gd name="connsiteX1" fmla="*/ 3433763 w 3433763"/>
              <a:gd name="connsiteY1" fmla="*/ 0 h 3433762"/>
              <a:gd name="connsiteX2" fmla="*/ 3433763 w 3433763"/>
              <a:gd name="connsiteY2" fmla="*/ 3433763 h 3433762"/>
              <a:gd name="connsiteX3" fmla="*/ 0 w 3433763"/>
              <a:gd name="connsiteY3" fmla="*/ 0 h 3433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3763" h="3433762">
                <a:moveTo>
                  <a:pt x="0" y="0"/>
                </a:moveTo>
                <a:lnTo>
                  <a:pt x="3433763" y="0"/>
                </a:lnTo>
                <a:lnTo>
                  <a:pt x="3433763" y="3433763"/>
                </a:lnTo>
                <a:cubicBezTo>
                  <a:pt x="1537383" y="3433763"/>
                  <a:pt x="0" y="18963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75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Image 4" descr="preencoded.png">
            <a:extLst>
              <a:ext uri="{FF2B5EF4-FFF2-40B4-BE49-F238E27FC236}">
                <a16:creationId xmlns:a16="http://schemas.microsoft.com/office/drawing/2014/main" id="{9019DA73-2516-F3D2-ECDB-620C90483DB3}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3" name="Image 7" descr="preencoded.png">
            <a:extLst>
              <a:ext uri="{FF2B5EF4-FFF2-40B4-BE49-F238E27FC236}">
                <a16:creationId xmlns:a16="http://schemas.microsoft.com/office/drawing/2014/main" id="{FEA70E9F-C506-413C-11EF-5915A2296643}"/>
              </a:ext>
            </a:extLst>
          </p:cNvPr>
          <p:cNvSpPr/>
          <p:nvPr/>
        </p:nvSpPr>
        <p:spPr>
          <a:xfrm flipV="1">
            <a:off x="-20086" y="4580051"/>
            <a:ext cx="2277948" cy="2277948"/>
          </a:xfrm>
          <a:custGeom>
            <a:avLst/>
            <a:gdLst>
              <a:gd name="connsiteX0" fmla="*/ 0 w 2277948"/>
              <a:gd name="connsiteY0" fmla="*/ 2277948 h 2277948"/>
              <a:gd name="connsiteX1" fmla="*/ 2277948 w 2277948"/>
              <a:gd name="connsiteY1" fmla="*/ 0 h 2277948"/>
              <a:gd name="connsiteX2" fmla="*/ 0 w 2277948"/>
              <a:gd name="connsiteY2" fmla="*/ 0 h 2277948"/>
              <a:gd name="connsiteX3" fmla="*/ 0 w 2277948"/>
              <a:gd name="connsiteY3" fmla="*/ 2277948 h 2277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77948" h="2277948">
                <a:moveTo>
                  <a:pt x="0" y="2277948"/>
                </a:moveTo>
                <a:cubicBezTo>
                  <a:pt x="1258034" y="2277948"/>
                  <a:pt x="2277948" y="1258034"/>
                  <a:pt x="2277948" y="0"/>
                </a:cubicBezTo>
                <a:lnTo>
                  <a:pt x="0" y="0"/>
                </a:lnTo>
                <a:lnTo>
                  <a:pt x="0" y="2277948"/>
                </a:lnTo>
                <a:close/>
              </a:path>
            </a:pathLst>
          </a:custGeom>
          <a:solidFill>
            <a:schemeClr val="accent4"/>
          </a:solidFill>
          <a:ln w="508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21" name="Image 2" descr="preencoded.png">
            <a:extLst>
              <a:ext uri="{FF2B5EF4-FFF2-40B4-BE49-F238E27FC236}">
                <a16:creationId xmlns:a16="http://schemas.microsoft.com/office/drawing/2014/main" id="{A8B7F1F1-806C-8D65-7340-220A0C4653C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991886" y="3441269"/>
            <a:ext cx="2200114" cy="2200114"/>
          </a:xfrm>
          <a:prstGeom prst="rect">
            <a:avLst/>
          </a:prstGeom>
        </p:spPr>
      </p:pic>
      <p:sp>
        <p:nvSpPr>
          <p:cNvPr id="54" name="Image 2" descr="preencoded.png">
            <a:extLst>
              <a:ext uri="{FF2B5EF4-FFF2-40B4-BE49-F238E27FC236}">
                <a16:creationId xmlns:a16="http://schemas.microsoft.com/office/drawing/2014/main" id="{F19C81EC-0322-58A2-C455-6E2C84D1E6E8}"/>
              </a:ext>
            </a:extLst>
          </p:cNvPr>
          <p:cNvSpPr/>
          <p:nvPr/>
        </p:nvSpPr>
        <p:spPr>
          <a:xfrm>
            <a:off x="1707959" y="5667616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8760" y="1883664"/>
            <a:ext cx="6766560" cy="768096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08760" y="2837688"/>
            <a:ext cx="5879592" cy="2700528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  <a:lvl2pPr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F9FD95-086F-282B-820C-8CDAD4A6EEB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4857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 descr="preencoded.png">
            <a:extLst>
              <a:ext uri="{FF2B5EF4-FFF2-40B4-BE49-F238E27FC236}">
                <a16:creationId xmlns:a16="http://schemas.microsoft.com/office/drawing/2014/main" id="{FEB515B5-2D9F-58E1-6E3C-CCBF105D891E}"/>
              </a:ext>
            </a:extLst>
          </p:cNvPr>
          <p:cNvSpPr/>
          <p:nvPr userDrawn="1"/>
        </p:nvSpPr>
        <p:spPr>
          <a:xfrm>
            <a:off x="7538626" y="13142"/>
            <a:ext cx="4653374" cy="6831717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5CCFEDF9-5B69-87BA-8A33-35033DA401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37234" y="-25041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7048" y="1975104"/>
            <a:ext cx="4169664" cy="667512"/>
          </a:xfrm>
        </p:spPr>
        <p:txBody>
          <a:bodyPr tIns="0" anchor="ctr">
            <a:noAutofit/>
          </a:bodyPr>
          <a:lstStyle>
            <a:lvl1pPr algn="l"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45336" y="2846832"/>
            <a:ext cx="4169664" cy="2176272"/>
          </a:xfrm>
        </p:spPr>
        <p:txBody>
          <a:bodyPr lIns="91440" tIns="0" rIns="91440" bIns="0">
            <a:no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mage 0" descr="preencoded.png">
            <a:extLst>
              <a:ext uri="{FF2B5EF4-FFF2-40B4-BE49-F238E27FC236}">
                <a16:creationId xmlns:a16="http://schemas.microsoft.com/office/drawing/2014/main" id="{8D5D10FF-3DE5-39CA-FA9A-29A09DC47BFC}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1" name="Image 1" descr="preencoded.png">
            <a:extLst>
              <a:ext uri="{FF2B5EF4-FFF2-40B4-BE49-F238E27FC236}">
                <a16:creationId xmlns:a16="http://schemas.microsoft.com/office/drawing/2014/main" id="{BFA89E6A-8342-AE30-45E0-BC1DFE3276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08309FA-889A-E2F2-1EDA-F872245F5FDF}"/>
              </a:ext>
            </a:extLst>
          </p:cNvPr>
          <p:cNvSpPr/>
          <p:nvPr userDrawn="1"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Image 5" descr="preencoded.png">
            <a:extLst>
              <a:ext uri="{FF2B5EF4-FFF2-40B4-BE49-F238E27FC236}">
                <a16:creationId xmlns:a16="http://schemas.microsoft.com/office/drawing/2014/main" id="{D9D7EB49-4BC9-040F-C4CC-5771C5FB312B}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7" name="Image 6" descr="preencoded.png">
            <a:extLst>
              <a:ext uri="{FF2B5EF4-FFF2-40B4-BE49-F238E27FC236}">
                <a16:creationId xmlns:a16="http://schemas.microsoft.com/office/drawing/2014/main" id="{3CE04498-C285-EFB8-340C-1A06407815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  <p:sp>
        <p:nvSpPr>
          <p:cNvPr id="18" name="Title 19">
            <a:extLst>
              <a:ext uri="{FF2B5EF4-FFF2-40B4-BE49-F238E27FC236}">
                <a16:creationId xmlns:a16="http://schemas.microsoft.com/office/drawing/2014/main" id="{9CBE0ADC-7FA0-F7E3-96EF-BBACB6A90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6784" y="1243584"/>
            <a:ext cx="8165592" cy="768096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0F9C0517-D83A-CC55-35B8-B2F990C96D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685032" y="2255520"/>
            <a:ext cx="3741928" cy="4306380"/>
          </a:xfrm>
        </p:spPr>
        <p:txBody>
          <a:bodyPr lIns="45720" rIns="45720" bIns="45720">
            <a:noAutofit/>
          </a:bodyPr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Content Placeholder 5">
            <a:extLst>
              <a:ext uri="{FF2B5EF4-FFF2-40B4-BE49-F238E27FC236}">
                <a16:creationId xmlns:a16="http://schemas.microsoft.com/office/drawing/2014/main" id="{CF8BFBBE-0EAE-B647-2648-A5FB0094BF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754112" y="2255520"/>
            <a:ext cx="3741928" cy="4306380"/>
          </a:xfrm>
        </p:spPr>
        <p:txBody>
          <a:bodyPr lIns="45720" rIns="45720" bIns="45720">
            <a:noAutofit/>
          </a:bodyPr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08321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1216152"/>
            <a:ext cx="10671048" cy="76809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21792" y="457200"/>
            <a:ext cx="32004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45368" y="457200"/>
            <a:ext cx="98755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52" r:id="rId3"/>
    <p:sldLayoutId id="2147483653" r:id="rId4"/>
    <p:sldLayoutId id="2147483664" r:id="rId5"/>
    <p:sldLayoutId id="2147483667" r:id="rId6"/>
    <p:sldLayoutId id="2147483668" r:id="rId7"/>
    <p:sldLayoutId id="2147483669" r:id="rId8"/>
    <p:sldLayoutId id="2147483673" r:id="rId9"/>
    <p:sldLayoutId id="2147483670" r:id="rId10"/>
    <p:sldLayoutId id="2147483671" r:id="rId11"/>
    <p:sldLayoutId id="2147483655" r:id="rId12"/>
    <p:sldLayoutId id="2147483674" r:id="rId13"/>
    <p:sldLayoutId id="2147483675" r:id="rId14"/>
    <p:sldLayoutId id="2147483676" r:id="rId15"/>
    <p:sldLayoutId id="2147483654" r:id="rId16"/>
    <p:sldLayoutId id="2147483656" r:id="rId17"/>
    <p:sldLayoutId id="2147483657" r:id="rId18"/>
    <p:sldLayoutId id="2147483658" r:id="rId19"/>
    <p:sldLayoutId id="2147483659" r:id="rId20"/>
  </p:sldLayoutIdLst>
  <p:hf hd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44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lukaszzmywaczyk" TargetMode="Externa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mailto:itschool.sis@gmail.com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860D9-9D47-C0BB-B2B4-4B6F2B36CF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IT SCHOOL</a:t>
            </a:r>
            <a:br>
              <a:rPr lang="en-US" dirty="0"/>
            </a:br>
            <a:r>
              <a:rPr lang="pl-PL" dirty="0"/>
              <a:t>@ SiS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C1060B-300F-3CE3-E5AA-D8E29791C9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 dirty="0"/>
              <a:t>Łukasz Zmywaczyk</a:t>
            </a:r>
            <a:r>
              <a:rPr lang="en-US" dirty="0"/>
              <a:t>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1568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565E9-D88A-55D3-9D42-BD1C24B6D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1" dirty="0">
                <a:solidFill>
                  <a:schemeClr val="accent6"/>
                </a:solidFill>
                <a:latin typeface="Arial Black" panose="020B0604020202020204" pitchFamily="34" charset="0"/>
                <a:ea typeface="Arial Regular" pitchFamily="34" charset="-122"/>
                <a:cs typeface="Arial Black" panose="020B0604020202020204" pitchFamily="34" charset="0"/>
              </a:rPr>
              <a:t>AGENDA</a:t>
            </a:r>
            <a:endParaRPr lang="en-US" sz="4400" b="1" dirty="0">
              <a:solidFill>
                <a:schemeClr val="accent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1F66E5-D2D7-172B-46BA-FEBFE092C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Personal </a:t>
            </a:r>
            <a:r>
              <a:rPr lang="en-US" dirty="0"/>
              <a:t>Introduction​</a:t>
            </a:r>
          </a:p>
          <a:p>
            <a:r>
              <a:rPr lang="pl-PL" dirty="0"/>
              <a:t>Course Introduction</a:t>
            </a:r>
            <a:endParaRPr lang="en-US" dirty="0"/>
          </a:p>
          <a:p>
            <a:r>
              <a:rPr lang="en-US" dirty="0"/>
              <a:t>​</a:t>
            </a:r>
            <a:r>
              <a:rPr lang="pl-PL" dirty="0"/>
              <a:t>Hardware</a:t>
            </a:r>
            <a:endParaRPr lang="en-US" dirty="0"/>
          </a:p>
          <a:p>
            <a:r>
              <a:rPr lang="pl-PL" dirty="0"/>
              <a:t>  Raspberry PI</a:t>
            </a:r>
            <a:endParaRPr lang="en-US" dirty="0"/>
          </a:p>
          <a:p>
            <a:r>
              <a:rPr lang="en-US" dirty="0"/>
              <a:t>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5531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z="4400" b="1" dirty="0">
                <a:solidFill>
                  <a:schemeClr val="accent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INTRODUCTIONS</a:t>
            </a:r>
            <a:endParaRPr lang="en-US" sz="4400" b="1" dirty="0">
              <a:solidFill>
                <a:schemeClr val="accent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96B766-7610-8817-7A2B-F937C925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9238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40BC6-9DA0-FB4D-8879-DC8B3958C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z="3200" dirty="0"/>
              <a:t>PERSONAL </a:t>
            </a:r>
            <a:r>
              <a:rPr lang="en-US" sz="3200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0B8C4B-3A3C-9FD1-59FB-1666C1F09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Hello,</a:t>
            </a:r>
            <a:endParaRPr lang="pl-PL" dirty="0"/>
          </a:p>
          <a:p>
            <a:endParaRPr lang="en-US" dirty="0"/>
          </a:p>
          <a:p>
            <a:r>
              <a:rPr lang="en-US" dirty="0"/>
              <a:t>My name is Łukasz Zmywaczyk, and I have dedicated the past 20 years of my life to IT and Software Development. As we are currently witnessing the dawn of the AI revolution, I believe it is crucial for the younger generation to be well-prepared and adaptable to the upcoming changes in our world. To achieve this, I am passionate about sharing my knowledge and experience through my IT School course.</a:t>
            </a:r>
          </a:p>
          <a:p>
            <a:r>
              <a:rPr lang="en-US" dirty="0"/>
              <a:t>If you are interested in learning more about my experience, please feel free to connect with me on </a:t>
            </a:r>
            <a:r>
              <a:rPr lang="en-US" dirty="0">
                <a:hlinkClick r:id="rId2"/>
              </a:rPr>
              <a:t>LinkedIn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FC3FD3F-45EE-74E3-AD64-441303B83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9622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40BC6-9DA0-FB4D-8879-DC8B3958C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4528" y="1057656"/>
            <a:ext cx="6766560" cy="768096"/>
          </a:xfrm>
        </p:spPr>
        <p:txBody>
          <a:bodyPr/>
          <a:lstStyle/>
          <a:p>
            <a:r>
              <a:rPr lang="pl-PL" sz="3200" dirty="0"/>
              <a:t>COURSE </a:t>
            </a:r>
            <a:r>
              <a:rPr lang="en-US" sz="3200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0B8C4B-3A3C-9FD1-59FB-1666C1F09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4527" y="1825752"/>
            <a:ext cx="3625409" cy="3660273"/>
          </a:xfrm>
        </p:spPr>
        <p:txBody>
          <a:bodyPr/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1400" dirty="0"/>
              <a:t>Introduction to the course, Hardware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1400" dirty="0"/>
              <a:t>Robotics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1400" dirty="0"/>
              <a:t>Blockchain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1400" dirty="0"/>
              <a:t>Graphics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1400" dirty="0"/>
              <a:t>Text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1400" dirty="0"/>
              <a:t>AI, ML, Neural Networks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1400" dirty="0"/>
              <a:t>Security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1400" dirty="0"/>
              <a:t>Server Side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1400" dirty="0"/>
              <a:t>Client Side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l-PL" sz="1400" dirty="0"/>
              <a:t>API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FC3FD3F-45EE-74E3-AD64-441303B83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5</a:t>
            </a:fld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F434055-6D77-2F16-FD07-848CF1563537}"/>
              </a:ext>
            </a:extLst>
          </p:cNvPr>
          <p:cNvSpPr txBox="1">
            <a:spLocks/>
          </p:cNvSpPr>
          <p:nvPr/>
        </p:nvSpPr>
        <p:spPr>
          <a:xfrm>
            <a:off x="8782465" y="1825752"/>
            <a:ext cx="3200400" cy="457504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None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pl-PL" sz="1400" dirty="0"/>
              <a:t>Message Queues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pl-PL" sz="1400" dirty="0"/>
              <a:t>Cloud (AWS)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pl-PL" sz="1400" dirty="0"/>
              <a:t>MidJourney, ChatGPT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pl-PL" sz="1400" dirty="0"/>
              <a:t>Algorithmics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pl-PL" sz="1400" dirty="0"/>
              <a:t>Data Structures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pl-PL" sz="1400" dirty="0"/>
              <a:t>Databases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pl-PL" sz="1400" dirty="0"/>
              <a:t>HTML 5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pl-PL" sz="1400" dirty="0"/>
              <a:t>Internet, DNS, LAN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pl-PL" sz="1400" dirty="0"/>
              <a:t>Virtual Machines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pl-PL" sz="1400" dirty="0"/>
              <a:t>Linux</a:t>
            </a:r>
            <a:endParaRPr lang="en-US" sz="14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E30D433-4DA8-8BAF-EFDC-36C1AECE6286}"/>
              </a:ext>
            </a:extLst>
          </p:cNvPr>
          <p:cNvSpPr txBox="1">
            <a:spLocks/>
          </p:cNvSpPr>
          <p:nvPr/>
        </p:nvSpPr>
        <p:spPr>
          <a:xfrm>
            <a:off x="4224528" y="5935712"/>
            <a:ext cx="8408630" cy="52391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None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1800" b="1" dirty="0">
                <a:hlinkClick r:id="rId2"/>
              </a:rPr>
              <a:t>itschool.sis@gmail.com</a:t>
            </a:r>
            <a:r>
              <a:rPr lang="pl-PL" sz="1800" dirty="0"/>
              <a:t>                                      </a:t>
            </a:r>
            <a:r>
              <a:rPr lang="pl-PL" sz="1800" b="1" dirty="0"/>
              <a:t>+48-724-010-030</a:t>
            </a:r>
          </a:p>
          <a:p>
            <a:r>
              <a:rPr lang="pl-PL" sz="1800"/>
              <a:t>                                                                                Łukasz </a:t>
            </a:r>
            <a:r>
              <a:rPr lang="pl-PL" sz="1800" dirty="0"/>
              <a:t>Zmywaczyk </a:t>
            </a:r>
          </a:p>
        </p:txBody>
      </p:sp>
    </p:spTree>
    <p:extLst>
      <p:ext uri="{BB962C8B-B14F-4D97-AF65-F5344CB8AC3E}">
        <p14:creationId xmlns:p14="http://schemas.microsoft.com/office/powerpoint/2010/main" val="3575047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z="4400" b="1" dirty="0">
                <a:solidFill>
                  <a:schemeClr val="accent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hardware</a:t>
            </a:r>
            <a:endParaRPr lang="en-US" sz="4400" b="1" dirty="0">
              <a:solidFill>
                <a:schemeClr val="accent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96B766-7610-8817-7A2B-F937C925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3495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Anything that can go wrong with hardware will—at the worst possible moment.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E016EE4-D06F-BB48-F27D-14F290F0FE8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“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BBD890-6A99-C160-C084-2916E23107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89119" y="4308475"/>
            <a:ext cx="4851133" cy="588963"/>
          </a:xfrm>
        </p:spPr>
        <p:txBody>
          <a:bodyPr/>
          <a:lstStyle/>
          <a:p>
            <a:r>
              <a:rPr lang="pl-PL" dirty="0"/>
              <a:t>hardware version of Murphy’s Law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E736C0-59DE-A4DF-7A05-6F22D48CC0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182631" y="2936829"/>
            <a:ext cx="768096" cy="1627632"/>
          </a:xfrm>
        </p:spPr>
        <p:txBody>
          <a:bodyPr/>
          <a:lstStyle/>
          <a:p>
            <a:r>
              <a:rPr lang="en-US" dirty="0"/>
              <a:t>”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7C09F16-6D23-666F-6800-8FC697831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WHAT IS WHAT</a:t>
            </a:r>
            <a:endParaRPr lang="en-US" dirty="0"/>
          </a:p>
        </p:txBody>
      </p:sp>
      <p:pic>
        <p:nvPicPr>
          <p:cNvPr id="127" name="Picture Placeholder 126" descr="Laptop with phone and calculator">
            <a:extLst>
              <a:ext uri="{FF2B5EF4-FFF2-40B4-BE49-F238E27FC236}">
                <a16:creationId xmlns:a16="http://schemas.microsoft.com/office/drawing/2014/main" id="{647C05DC-04F0-1158-3AA5-BF470126B98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4955" b="4955"/>
          <a:stretch/>
        </p:blipFill>
        <p:spPr/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2AF69D5-AD7B-521D-22B1-50D8A24356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 dirty="0"/>
              <a:t>CPU</a:t>
            </a:r>
            <a:endParaRPr lang="en-US" dirty="0"/>
          </a:p>
        </p:txBody>
      </p:sp>
      <p:pic>
        <p:nvPicPr>
          <p:cNvPr id="135" name="Picture Placeholder 134" descr="Laptop with phone and calculator">
            <a:extLst>
              <a:ext uri="{FF2B5EF4-FFF2-40B4-BE49-F238E27FC236}">
                <a16:creationId xmlns:a16="http://schemas.microsoft.com/office/drawing/2014/main" id="{53CE1A7F-C303-6378-F7D9-285999C320CB}"/>
              </a:ext>
            </a:extLst>
          </p:cNvPr>
          <p:cNvPicPr>
            <a:picLocks noGrp="1" noChangeAspect="1"/>
          </p:cNvPicPr>
          <p:nvPr>
            <p:ph type="pic" sz="quarter" idx="25"/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955" b="4955"/>
          <a:stretch/>
        </p:blipFill>
        <p:spPr/>
      </p:pic>
      <p:sp>
        <p:nvSpPr>
          <p:cNvPr id="159" name="Text Placeholder 158">
            <a:extLst>
              <a:ext uri="{FF2B5EF4-FFF2-40B4-BE49-F238E27FC236}">
                <a16:creationId xmlns:a16="http://schemas.microsoft.com/office/drawing/2014/main" id="{F269F917-64D7-CDF3-D985-799AE9C3B79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pl-PL" dirty="0"/>
              <a:t>RAM</a:t>
            </a:r>
            <a:endParaRPr lang="en-US" dirty="0"/>
          </a:p>
        </p:txBody>
      </p:sp>
      <p:pic>
        <p:nvPicPr>
          <p:cNvPr id="129" name="Picture Placeholder 128" descr="Laptop with phone and calculator">
            <a:extLst>
              <a:ext uri="{FF2B5EF4-FFF2-40B4-BE49-F238E27FC236}">
                <a16:creationId xmlns:a16="http://schemas.microsoft.com/office/drawing/2014/main" id="{8B3998AA-37D7-2B8A-664B-5EE240398288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4955" b="4955"/>
          <a:stretch/>
        </p:blipFill>
        <p:spPr/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EF6A845-F328-1053-A365-3DA9CBAF9BA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pl-PL" dirty="0"/>
              <a:t>GPU</a:t>
            </a:r>
            <a:endParaRPr lang="en-US" dirty="0"/>
          </a:p>
        </p:txBody>
      </p:sp>
      <p:pic>
        <p:nvPicPr>
          <p:cNvPr id="137" name="Picture Placeholder 136" descr="Laptop with phone and calculator">
            <a:extLst>
              <a:ext uri="{FF2B5EF4-FFF2-40B4-BE49-F238E27FC236}">
                <a16:creationId xmlns:a16="http://schemas.microsoft.com/office/drawing/2014/main" id="{5C2754CD-7055-FC29-FE1C-82327C464143}"/>
              </a:ext>
            </a:extLst>
          </p:cNvPr>
          <p:cNvPicPr>
            <a:picLocks noGrp="1" noChangeAspect="1"/>
          </p:cNvPicPr>
          <p:nvPr>
            <p:ph type="pic" sz="quarter" idx="26"/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955" b="4955"/>
          <a:stretch/>
        </p:blipFill>
        <p:spPr/>
      </p:pic>
      <p:sp>
        <p:nvSpPr>
          <p:cNvPr id="186" name="Text Placeholder 185">
            <a:extLst>
              <a:ext uri="{FF2B5EF4-FFF2-40B4-BE49-F238E27FC236}">
                <a16:creationId xmlns:a16="http://schemas.microsoft.com/office/drawing/2014/main" id="{18835196-357D-8C96-24B5-B52A2DDEB00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pl-PL" dirty="0"/>
              <a:t>HDD</a:t>
            </a:r>
            <a:endParaRPr lang="en-US" dirty="0"/>
          </a:p>
        </p:txBody>
      </p:sp>
      <p:pic>
        <p:nvPicPr>
          <p:cNvPr id="131" name="Picture Placeholder 130" descr="Laptop with phone and calculator">
            <a:extLst>
              <a:ext uri="{FF2B5EF4-FFF2-40B4-BE49-F238E27FC236}">
                <a16:creationId xmlns:a16="http://schemas.microsoft.com/office/drawing/2014/main" id="{2269A4E3-AE66-274F-54C8-9DD8DBA3B151}"/>
              </a:ext>
            </a:extLst>
          </p:cNvPr>
          <p:cNvPicPr>
            <a:picLocks noGrp="1" noChangeAspect="1"/>
          </p:cNvPicPr>
          <p:nvPr>
            <p:ph type="pic" sz="quarter" idx="20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4955" b="4955"/>
          <a:stretch/>
        </p:blipFill>
        <p:spPr/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A413FDF-11CF-6B9B-871F-ED1ED06E76B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l-PL" dirty="0"/>
              <a:t>MOTHERBOARD</a:t>
            </a:r>
            <a:endParaRPr lang="en-US" dirty="0"/>
          </a:p>
        </p:txBody>
      </p:sp>
      <p:pic>
        <p:nvPicPr>
          <p:cNvPr id="139" name="Picture Placeholder 138" descr="Laptop with phone and calculator">
            <a:extLst>
              <a:ext uri="{FF2B5EF4-FFF2-40B4-BE49-F238E27FC236}">
                <a16:creationId xmlns:a16="http://schemas.microsoft.com/office/drawing/2014/main" id="{9A9F1D08-2372-A757-BE1E-91723DB0EBBF}"/>
              </a:ext>
            </a:extLst>
          </p:cNvPr>
          <p:cNvPicPr>
            <a:picLocks noGrp="1" noChangeAspect="1"/>
          </p:cNvPicPr>
          <p:nvPr>
            <p:ph type="pic" sz="quarter" idx="27"/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955" b="4955"/>
          <a:stretch/>
        </p:blipFill>
        <p:spPr/>
      </p:pic>
      <p:sp>
        <p:nvSpPr>
          <p:cNvPr id="188" name="Text Placeholder 187">
            <a:extLst>
              <a:ext uri="{FF2B5EF4-FFF2-40B4-BE49-F238E27FC236}">
                <a16:creationId xmlns:a16="http://schemas.microsoft.com/office/drawing/2014/main" id="{D362CDA4-D5CF-59E2-690B-FD99A9F4A51C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r>
              <a:rPr lang="pl-PL" dirty="0"/>
              <a:t>PSU</a:t>
            </a:r>
            <a:endParaRPr lang="en-US" dirty="0"/>
          </a:p>
        </p:txBody>
      </p:sp>
      <p:pic>
        <p:nvPicPr>
          <p:cNvPr id="133" name="Picture Placeholder 132" descr="Laptop with phone and calculator">
            <a:extLst>
              <a:ext uri="{FF2B5EF4-FFF2-40B4-BE49-F238E27FC236}">
                <a16:creationId xmlns:a16="http://schemas.microsoft.com/office/drawing/2014/main" id="{65B0483B-CE9B-CD44-979E-DBD8145B7D30}"/>
              </a:ext>
            </a:extLst>
          </p:cNvPr>
          <p:cNvPicPr>
            <a:picLocks noGrp="1" noChangeAspect="1"/>
          </p:cNvPicPr>
          <p:nvPr>
            <p:ph type="pic" sz="quarter" idx="23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4955" b="4955"/>
          <a:stretch/>
        </p:blipFill>
        <p:spPr/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18301B7-15C5-E184-096F-BF82F42163C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pl-PL" dirty="0"/>
              <a:t>RASPBERRY PI 4</a:t>
            </a:r>
            <a:endParaRPr lang="en-US" dirty="0"/>
          </a:p>
        </p:txBody>
      </p:sp>
      <p:pic>
        <p:nvPicPr>
          <p:cNvPr id="141" name="Picture Placeholder 140" descr="Laptop with phone and calculator">
            <a:extLst>
              <a:ext uri="{FF2B5EF4-FFF2-40B4-BE49-F238E27FC236}">
                <a16:creationId xmlns:a16="http://schemas.microsoft.com/office/drawing/2014/main" id="{9714A55E-3681-98F0-A943-50EE7A07869C}"/>
              </a:ext>
            </a:extLst>
          </p:cNvPr>
          <p:cNvPicPr>
            <a:picLocks noGrp="1" noChangeAspect="1"/>
          </p:cNvPicPr>
          <p:nvPr>
            <p:ph type="pic" sz="quarter" idx="28"/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955" b="4955"/>
          <a:stretch/>
        </p:blipFill>
        <p:spPr/>
      </p:pic>
      <p:sp>
        <p:nvSpPr>
          <p:cNvPr id="190" name="Text Placeholder 189">
            <a:extLst>
              <a:ext uri="{FF2B5EF4-FFF2-40B4-BE49-F238E27FC236}">
                <a16:creationId xmlns:a16="http://schemas.microsoft.com/office/drawing/2014/main" id="{6FA69800-878A-E997-C835-4A34703F2394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r>
              <a:rPr lang="pl-PL" dirty="0"/>
              <a:t>NIC</a:t>
            </a:r>
            <a:endParaRPr lang="en-US" dirty="0"/>
          </a:p>
        </p:txBody>
      </p:sp>
      <p:sp>
        <p:nvSpPr>
          <p:cNvPr id="218" name="Slide Number Placeholder 217">
            <a:extLst>
              <a:ext uri="{FF2B5EF4-FFF2-40B4-BE49-F238E27FC236}">
                <a16:creationId xmlns:a16="http://schemas.microsoft.com/office/drawing/2014/main" id="{C29F391A-4647-2731-26B5-3B262D873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F3A3C00-8A4D-5C37-4F62-11E170DEA2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8AE554E-276C-B0DF-8CD7-532F9906DF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0B7DC87-FE7E-C737-5B11-D5DEBE4089A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59BF3D5-37BD-70CA-8D35-3714B2CFD9F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C442C3B0-8D12-334B-E4F1-257BAB282A8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0EF61FBA-A3A4-03BB-9FFA-504983A3B0D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785B45C6-770F-177E-79FE-2797DDACA28D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C1AC4EFE-9ECD-DAFE-B6B3-48B1347E5775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2697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z="4400" b="1" dirty="0">
                <a:solidFill>
                  <a:schemeClr val="accent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Raspberry pi</a:t>
            </a:r>
            <a:endParaRPr lang="en-US" sz="4400" b="1" dirty="0">
              <a:solidFill>
                <a:schemeClr val="accent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96B766-7610-8817-7A2B-F937C925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A raspberry logo with green leaves&#10;&#10;Description automatically generated">
            <a:extLst>
              <a:ext uri="{FF2B5EF4-FFF2-40B4-BE49-F238E27FC236}">
                <a16:creationId xmlns:a16="http://schemas.microsoft.com/office/drawing/2014/main" id="{85B1E102-57C7-2D59-9081-225DE5416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747" y="-437645"/>
            <a:ext cx="4625473" cy="3083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49738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F7D2E-080D-DBDD-73C4-3C38A2B77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59" y="1883664"/>
            <a:ext cx="7239535" cy="768096"/>
          </a:xfrm>
        </p:spPr>
        <p:txBody>
          <a:bodyPr/>
          <a:lstStyle/>
          <a:p>
            <a:r>
              <a:rPr lang="pl-PL" sz="3200" dirty="0"/>
              <a:t>Powerfull mini computer</a:t>
            </a:r>
            <a:r>
              <a:rPr lang="en-US" sz="3200" dirty="0"/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7F20BE-640F-EFAB-3A43-2AA146DB4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E8FDE3-DBA4-6A04-C75D-E56FE92EF3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8760" y="2837687"/>
            <a:ext cx="5879592" cy="2846565"/>
          </a:xfrm>
        </p:spPr>
        <p:txBody>
          <a:bodyPr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Quad-core ARM Cortex-A72 processor</a:t>
            </a:r>
            <a:endParaRPr lang="pl-PL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GPU for graphics acceleration</a:t>
            </a:r>
            <a:endParaRPr lang="pl-PL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RAM options (e.g., </a:t>
            </a:r>
            <a:r>
              <a:rPr lang="pl-PL" dirty="0"/>
              <a:t>1GB, </a:t>
            </a:r>
            <a:r>
              <a:rPr lang="en-US" dirty="0"/>
              <a:t>2GB, 4GB, 8GB)</a:t>
            </a:r>
            <a:endParaRPr lang="pl-PL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USB ports, Ethernet, HDMI, and other connectivity options</a:t>
            </a:r>
            <a:endParaRPr lang="pl-PL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MicroSD card slot for storage</a:t>
            </a:r>
            <a:endParaRPr lang="pl-PL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GPIO (General Purpose Input/Output) pins for hardware interfacing</a:t>
            </a:r>
          </a:p>
        </p:txBody>
      </p:sp>
      <p:pic>
        <p:nvPicPr>
          <p:cNvPr id="7" name="Picture 6" descr="A close-up of a computer chip&#10;&#10;Description automatically generated">
            <a:extLst>
              <a:ext uri="{FF2B5EF4-FFF2-40B4-BE49-F238E27FC236}">
                <a16:creationId xmlns:a16="http://schemas.microsoft.com/office/drawing/2014/main" id="{26078988-4A8C-2790-8E07-4531B5F59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647" y="2467673"/>
            <a:ext cx="5438775" cy="323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181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30A5BFC-C134-C072-C14D-9E51A94C8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Example projects</a:t>
            </a:r>
            <a:endParaRPr lang="en-US" dirty="0"/>
          </a:p>
        </p:txBody>
      </p:sp>
      <p:sp>
        <p:nvSpPr>
          <p:cNvPr id="374" name="Slide Number Placeholder 373">
            <a:extLst>
              <a:ext uri="{FF2B5EF4-FFF2-40B4-BE49-F238E27FC236}">
                <a16:creationId xmlns:a16="http://schemas.microsoft.com/office/drawing/2014/main" id="{049B2870-98EC-2977-8CE4-A7AA30099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270C77AB-7E91-84A6-3E62-DAB80E1E4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pl-PL" dirty="0"/>
              <a:t>SENSORS</a:t>
            </a:r>
            <a:endParaRPr lang="en-US" dirty="0"/>
          </a:p>
        </p:txBody>
      </p:sp>
      <p:pic>
        <p:nvPicPr>
          <p:cNvPr id="292" name="Picture Placeholder 291" descr="checklist icon">
            <a:extLst>
              <a:ext uri="{FF2B5EF4-FFF2-40B4-BE49-F238E27FC236}">
                <a16:creationId xmlns:a16="http://schemas.microsoft.com/office/drawing/2014/main" id="{8167DB44-EDED-0971-E35D-A5FA1E47C215}"/>
              </a:ext>
            </a:extLst>
          </p:cNvPr>
          <p:cNvPicPr>
            <a:picLocks noGrp="1" noChangeAspect="1"/>
          </p:cNvPicPr>
          <p:nvPr>
            <p:ph type="pic" sz="quarter" idx="23"/>
          </p:nvPr>
        </p:nvPicPr>
        <p:blipFill rotWithShape="1">
          <a:blip r:embed="rId2"/>
          <a:srcRect/>
          <a:stretch/>
        </p:blipFill>
        <p:spPr/>
      </p:pic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A3BF8E55-B2B9-104D-F277-08902534735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lvl="0"/>
            <a:r>
              <a:rPr lang="pl-PL" dirty="0"/>
              <a:t>Weather Station</a:t>
            </a:r>
            <a:endParaRPr lang="en-US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15DD9AC8-4A5F-70DB-AA68-C461059D81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l-PL" dirty="0"/>
              <a:t>SMART HOME</a:t>
            </a:r>
            <a:endParaRPr lang="en-US" dirty="0"/>
          </a:p>
          <a:p>
            <a:endParaRPr lang="en-US" dirty="0"/>
          </a:p>
        </p:txBody>
      </p:sp>
      <p:pic>
        <p:nvPicPr>
          <p:cNvPr id="290" name="Picture Placeholder 289" descr="person with loud speaker icon">
            <a:extLst>
              <a:ext uri="{FF2B5EF4-FFF2-40B4-BE49-F238E27FC236}">
                <a16:creationId xmlns:a16="http://schemas.microsoft.com/office/drawing/2014/main" id="{E63515FB-9439-CCAE-C220-6F0E5ECB75E8}"/>
              </a:ext>
            </a:extLst>
          </p:cNvPr>
          <p:cNvPicPr>
            <a:picLocks noGrp="1" noChangeAspect="1"/>
          </p:cNvPicPr>
          <p:nvPr>
            <p:ph type="pic" sz="quarter" idx="27"/>
          </p:nvPr>
        </p:nvPicPr>
        <p:blipFill rotWithShape="1">
          <a:blip r:embed="rId3"/>
          <a:srcRect t="113" b="113"/>
          <a:stretch/>
        </p:blipFill>
        <p:spPr/>
      </p:pic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BCE9DA14-62AB-A857-6387-1F5D330B3F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lvl="0"/>
            <a:r>
              <a:rPr lang="pl-PL" dirty="0"/>
              <a:t>A smart home security system</a:t>
            </a:r>
            <a:endParaRPr lang="en-US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A28A203B-0CF0-2AB0-5F54-07C8E30039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l-PL" dirty="0"/>
              <a:t>JASPER</a:t>
            </a:r>
            <a:endParaRPr lang="en-US" dirty="0"/>
          </a:p>
          <a:p>
            <a:endParaRPr lang="en-US" dirty="0"/>
          </a:p>
        </p:txBody>
      </p:sp>
      <p:pic>
        <p:nvPicPr>
          <p:cNvPr id="288" name="Picture Placeholder 287" descr="blueprint icon">
            <a:extLst>
              <a:ext uri="{FF2B5EF4-FFF2-40B4-BE49-F238E27FC236}">
                <a16:creationId xmlns:a16="http://schemas.microsoft.com/office/drawing/2014/main" id="{A5707D4A-497A-679A-3ACA-721E8D0E2699}"/>
              </a:ext>
            </a:extLst>
          </p:cNvPr>
          <p:cNvPicPr>
            <a:picLocks noGrp="1" noChangeAspect="1"/>
          </p:cNvPicPr>
          <p:nvPr>
            <p:ph type="pic" sz="quarter" idx="26"/>
          </p:nvPr>
        </p:nvPicPr>
        <p:blipFill rotWithShape="1">
          <a:blip r:embed="rId4"/>
          <a:srcRect t="431" b="431"/>
          <a:stretch/>
        </p:blipFill>
        <p:spPr/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710CB940-D45B-59F1-06E5-9CC94100EF0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lvl="0"/>
            <a:r>
              <a:rPr lang="pl-PL" dirty="0"/>
              <a:t>Voice assistant</a:t>
            </a:r>
            <a:endParaRPr lang="en-US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05BC0115-F702-2E0A-61A4-4A6CE33FD77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pl-PL" dirty="0"/>
              <a:t>RETRO GAMES</a:t>
            </a:r>
            <a:endParaRPr lang="en-US" dirty="0"/>
          </a:p>
          <a:p>
            <a:endParaRPr lang="en-US" dirty="0"/>
          </a:p>
        </p:txBody>
      </p:sp>
      <p:pic>
        <p:nvPicPr>
          <p:cNvPr id="270" name="Picture Placeholder 269" descr="target icon">
            <a:extLst>
              <a:ext uri="{FF2B5EF4-FFF2-40B4-BE49-F238E27FC236}">
                <a16:creationId xmlns:a16="http://schemas.microsoft.com/office/drawing/2014/main" id="{DE7A4D25-3CA5-F92A-988A-F913C367D593}"/>
              </a:ext>
            </a:extLst>
          </p:cNvPr>
          <p:cNvPicPr>
            <a:picLocks noGrp="1" noChangeAspect="1"/>
          </p:cNvPicPr>
          <p:nvPr>
            <p:ph type="pic" sz="quarter" idx="25"/>
          </p:nvPr>
        </p:nvPicPr>
        <p:blipFill rotWithShape="1">
          <a:blip r:embed="rId5"/>
          <a:srcRect t="113" b="113"/>
          <a:stretch/>
        </p:blipFill>
        <p:spPr/>
      </p:pic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0DA38E3-68A2-4FF9-022B-BA0DF832B1D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lvl="0"/>
            <a:r>
              <a:rPr lang="pl-PL" dirty="0"/>
              <a:t>Retro gaming console</a:t>
            </a:r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9D48D07F-2D5B-F0D5-4005-197607C4F19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pl-PL" dirty="0"/>
              <a:t>MEDIA</a:t>
            </a:r>
            <a:endParaRPr lang="en-US" dirty="0"/>
          </a:p>
          <a:p>
            <a:endParaRPr lang="en-US" dirty="0"/>
          </a:p>
        </p:txBody>
      </p:sp>
      <p:pic>
        <p:nvPicPr>
          <p:cNvPr id="268" name="Picture Placeholder 267" descr="rocket icon">
            <a:extLst>
              <a:ext uri="{FF2B5EF4-FFF2-40B4-BE49-F238E27FC236}">
                <a16:creationId xmlns:a16="http://schemas.microsoft.com/office/drawing/2014/main" id="{1A522F41-60C1-3803-6132-18E154C0E328}"/>
              </a:ext>
            </a:extLst>
          </p:cNvPr>
          <p:cNvPicPr>
            <a:picLocks noGrp="1" noChangeAspect="1"/>
          </p:cNvPicPr>
          <p:nvPr>
            <p:ph type="pic" sz="quarter" idx="24"/>
          </p:nvPr>
        </p:nvPicPr>
        <p:blipFill rotWithShape="1">
          <a:blip r:embed="rId6"/>
          <a:srcRect t="543" b="543"/>
          <a:stretch/>
        </p:blipFill>
        <p:spPr/>
      </p:pic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B72BD1AE-7290-BA6E-18FB-8181C0D13E7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lvl="0"/>
            <a:r>
              <a:rPr lang="pl-PL" dirty="0"/>
              <a:t>Media center for streaming videos and music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4945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309B0-6209-D3D0-9D5E-308B9F6E7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WEATHER STATION</a:t>
            </a:r>
            <a:br>
              <a:rPr lang="en-US" dirty="0"/>
            </a:br>
            <a:endParaRPr lang="en-US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5058AE03-D409-0714-CCED-4548A9C92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12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DD1D0BF9-FCAA-67DA-79AB-E6E7E6D2B6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697216" y="2384712"/>
            <a:ext cx="3741928" cy="3684588"/>
          </a:xfrm>
        </p:spPr>
        <p:txBody>
          <a:bodyPr/>
          <a:lstStyle/>
          <a:p>
            <a:r>
              <a:rPr lang="en-US" sz="1800" dirty="0"/>
              <a:t>Sensors: </a:t>
            </a:r>
            <a:endParaRPr lang="pl-PL" sz="1800" dirty="0"/>
          </a:p>
          <a:p>
            <a:pPr lvl="1"/>
            <a:r>
              <a:rPr lang="en-US" sz="1600" dirty="0"/>
              <a:t>Temperature </a:t>
            </a:r>
            <a:endParaRPr lang="pl-PL" sz="1600" dirty="0"/>
          </a:p>
          <a:p>
            <a:pPr lvl="1"/>
            <a:r>
              <a:rPr lang="pl-PL" sz="1600" dirty="0"/>
              <a:t>H</a:t>
            </a:r>
            <a:r>
              <a:rPr lang="en-US" sz="1600" dirty="0" err="1"/>
              <a:t>umidity</a:t>
            </a:r>
            <a:r>
              <a:rPr lang="en-US" sz="1600" dirty="0"/>
              <a:t> </a:t>
            </a:r>
            <a:endParaRPr lang="pl-PL" sz="1600" dirty="0"/>
          </a:p>
          <a:p>
            <a:pPr lvl="1"/>
            <a:r>
              <a:rPr lang="pl-PL" sz="1600" dirty="0"/>
              <a:t>P</a:t>
            </a:r>
            <a:r>
              <a:rPr lang="en-US" sz="1600" dirty="0" err="1"/>
              <a:t>ressure</a:t>
            </a:r>
            <a:endParaRPr lang="pl-PL" sz="1600" dirty="0"/>
          </a:p>
          <a:p>
            <a:pPr lvl="1"/>
            <a:r>
              <a:rPr lang="pl-PL" sz="1600" dirty="0"/>
              <a:t>R</a:t>
            </a:r>
            <a:r>
              <a:rPr lang="en-US" sz="1600" dirty="0" err="1"/>
              <a:t>ainfall</a:t>
            </a:r>
            <a:endParaRPr lang="pl-PL" sz="1600" dirty="0"/>
          </a:p>
          <a:p>
            <a:pPr lvl="1"/>
            <a:r>
              <a:rPr lang="pl-PL" sz="1600" dirty="0"/>
              <a:t>Air quality ?</a:t>
            </a:r>
          </a:p>
          <a:p>
            <a:pPr lvl="1"/>
            <a:r>
              <a:rPr lang="pl-PL" sz="1600" dirty="0"/>
              <a:t>Air speed</a:t>
            </a:r>
          </a:p>
          <a:p>
            <a:r>
              <a:rPr lang="pl-PL" sz="1800" dirty="0"/>
              <a:t>Data</a:t>
            </a:r>
          </a:p>
          <a:p>
            <a:r>
              <a:rPr lang="pl-PL" sz="1800" dirty="0"/>
              <a:t>Visualization</a:t>
            </a:r>
          </a:p>
          <a:p>
            <a:r>
              <a:rPr lang="pl-PL" sz="1800" dirty="0"/>
              <a:t>Triggers</a:t>
            </a:r>
            <a:endParaRPr lang="en-US" sz="18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E228F3C-0F81-963F-A69C-D7B23D53C4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9414" y="2523744"/>
            <a:ext cx="3153054" cy="287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02803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AB426-5B7C-607E-D413-5D2C9495CC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87DFD8-D262-D485-B1F2-817C5A0928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 dirty="0"/>
              <a:t>Łukasz Zmywaczyk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39624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-Color-Block_Win32_jx_v9.potx" id="{B1D493D9-AF74-4AD6-8F0C-5B1308D7041B}" vid="{1AA99070-5A1F-42D2-9F5B-E7354C96468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{F3AEB7F5-9E3C-4CAD-A692-B50768550F30}tf78438558_win32</Template>
  <TotalTime>189</TotalTime>
  <Words>332</Words>
  <Application>Microsoft Office PowerPoint</Application>
  <PresentationFormat>Widescreen</PresentationFormat>
  <Paragraphs>90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Arial Black</vt:lpstr>
      <vt:lpstr>Sabon Next LT</vt:lpstr>
      <vt:lpstr>Office Theme</vt:lpstr>
      <vt:lpstr>IT SCHOOL @ SiS</vt:lpstr>
      <vt:lpstr>AGENDA</vt:lpstr>
      <vt:lpstr>INTRODUCTIONS</vt:lpstr>
      <vt:lpstr>PERSONAL Introduction</vt:lpstr>
      <vt:lpstr>COURSE Introduction</vt:lpstr>
      <vt:lpstr>hardware</vt:lpstr>
      <vt:lpstr>Anything that can go wrong with hardware will—at the worst possible moment.</vt:lpstr>
      <vt:lpstr>WHAT IS WHAT</vt:lpstr>
      <vt:lpstr>Raspberry pi</vt:lpstr>
      <vt:lpstr>Powerfull mini computer </vt:lpstr>
      <vt:lpstr>Example projects</vt:lpstr>
      <vt:lpstr>WEATHER STATION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 SCHOOL </dc:title>
  <dc:subject/>
  <dc:creator>Lukasz Zmywaczyk</dc:creator>
  <cp:lastModifiedBy>Lukasz Zmywaczyk</cp:lastModifiedBy>
  <cp:revision>26</cp:revision>
  <dcterms:created xsi:type="dcterms:W3CDTF">2023-07-07T08:59:21Z</dcterms:created>
  <dcterms:modified xsi:type="dcterms:W3CDTF">2023-07-08T11:20:37Z</dcterms:modified>
</cp:coreProperties>
</file>